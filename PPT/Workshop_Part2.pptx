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63" r:id="rId5"/>
    <p:sldId id="308" r:id="rId6"/>
    <p:sldId id="291" r:id="rId7"/>
    <p:sldId id="290" r:id="rId8"/>
    <p:sldId id="293" r:id="rId9"/>
    <p:sldId id="292" r:id="rId10"/>
    <p:sldId id="295" r:id="rId11"/>
    <p:sldId id="294" r:id="rId12"/>
    <p:sldId id="296" r:id="rId13"/>
    <p:sldId id="298" r:id="rId14"/>
    <p:sldId id="297" r:id="rId15"/>
    <p:sldId id="299" r:id="rId16"/>
    <p:sldId id="306" r:id="rId17"/>
    <p:sldId id="301" r:id="rId18"/>
    <p:sldId id="302" r:id="rId19"/>
    <p:sldId id="303" r:id="rId20"/>
    <p:sldId id="304" r:id="rId21"/>
    <p:sldId id="305" r:id="rId22"/>
    <p:sldId id="307" r:id="rId23"/>
    <p:sldId id="260" r:id="rId24"/>
  </p:sldIdLst>
  <p:sldSz cx="9144000" cy="5143500" type="screen16x9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4F4"/>
    <a:srgbClr val="C7ECDC"/>
    <a:srgbClr val="4F0433"/>
    <a:srgbClr val="CCEBED"/>
    <a:srgbClr val="FFDDD6"/>
    <a:srgbClr val="666666"/>
    <a:srgbClr val="DDDEE0"/>
    <a:srgbClr val="FF876F"/>
    <a:srgbClr val="FFE7C2"/>
    <a:srgbClr val="FFC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42" autoAdjust="0"/>
    <p:restoredTop sz="76902" autoAdjust="0"/>
  </p:normalViewPr>
  <p:slideViewPr>
    <p:cSldViewPr>
      <p:cViewPr varScale="1">
        <p:scale>
          <a:sx n="121" d="100"/>
          <a:sy n="121" d="100"/>
        </p:scale>
        <p:origin x="872" y="176"/>
      </p:cViewPr>
      <p:guideLst>
        <p:guide orient="horz" pos="6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18" d="100"/>
          <a:sy n="118" d="100"/>
        </p:scale>
        <p:origin x="41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yas Mohammadi" userId="ab684601-edc7-4875-8fff-9d5095aa6075" providerId="ADAL" clId="{CDBD354A-C000-5838-B637-5715743394FE}"/>
    <pc:docChg chg="undo custSel addSld delSld modSld sldOrd">
      <pc:chgData name="Elyas Mohammadi" userId="ab684601-edc7-4875-8fff-9d5095aa6075" providerId="ADAL" clId="{CDBD354A-C000-5838-B637-5715743394FE}" dt="2026-10-02T09:09:58.156" v="5106" actId="20577"/>
      <pc:docMkLst>
        <pc:docMk/>
      </pc:docMkLst>
      <pc:sldChg chg="modSp mod">
        <pc:chgData name="Elyas Mohammadi" userId="ab684601-edc7-4875-8fff-9d5095aa6075" providerId="ADAL" clId="{CDBD354A-C000-5838-B637-5715743394FE}" dt="2026-10-02T09:09:58.156" v="5106" actId="20577"/>
        <pc:sldMkLst>
          <pc:docMk/>
          <pc:sldMk cId="1099428093" sldId="263"/>
        </pc:sldMkLst>
        <pc:spChg chg="mod">
          <ac:chgData name="Elyas Mohammadi" userId="ab684601-edc7-4875-8fff-9d5095aa6075" providerId="ADAL" clId="{CDBD354A-C000-5838-B637-5715743394FE}" dt="2026-10-02T09:09:49.486" v="5099" actId="20577"/>
          <ac:spMkLst>
            <pc:docMk/>
            <pc:sldMk cId="1099428093" sldId="263"/>
            <ac:spMk id="2" creationId="{6250195B-8A87-0659-1403-6E7233781A4D}"/>
          </ac:spMkLst>
        </pc:spChg>
        <pc:spChg chg="mod">
          <ac:chgData name="Elyas Mohammadi" userId="ab684601-edc7-4875-8fff-9d5095aa6075" providerId="ADAL" clId="{CDBD354A-C000-5838-B637-5715743394FE}" dt="2026-10-02T09:09:58.156" v="5106" actId="20577"/>
          <ac:spMkLst>
            <pc:docMk/>
            <pc:sldMk cId="1099428093" sldId="263"/>
            <ac:spMk id="3" creationId="{1B4D2C54-6FB1-D0FC-01BE-847D5965E86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3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#3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077FD9-F0DD-444F-A841-5E72746BEC29}" type="doc">
      <dgm:prSet loTypeId="urn:microsoft.com/office/officeart/2005/8/layout/vProcess5" loCatId="" qsTypeId="urn:microsoft.com/office/officeart/2005/8/quickstyle/simple1#7" qsCatId="simple" csTypeId="urn:microsoft.com/office/officeart/2005/8/colors/accent1_2#9" csCatId="accent1" phldr="1"/>
      <dgm:spPr/>
      <dgm:t>
        <a:bodyPr/>
        <a:lstStyle/>
        <a:p>
          <a:endParaRPr lang="en-GB"/>
        </a:p>
      </dgm:t>
    </dgm:pt>
    <dgm:pt modelId="{DEF6C5A0-DDBF-EA43-B129-E3F6A66B900A}">
      <dgm:prSet phldrT="[Text]" custT="1"/>
      <dgm:spPr/>
      <dgm:t>
        <a:bodyPr/>
        <a:lstStyle/>
        <a:p>
          <a:pPr>
            <a:buNone/>
          </a:pPr>
          <a:r>
            <a:rPr lang="en-SE" sz="1800" dirty="0"/>
            <a:t>Research Question</a:t>
          </a:r>
          <a:endParaRPr lang="en-GB" sz="1800" dirty="0"/>
        </a:p>
      </dgm:t>
    </dgm:pt>
    <dgm:pt modelId="{A7E8FBC0-70AC-8443-B754-CD56F216F505}" type="parTrans" cxnId="{EDE4AFEA-033D-3C41-9202-60F8AFC935D6}">
      <dgm:prSet/>
      <dgm:spPr/>
      <dgm:t>
        <a:bodyPr/>
        <a:lstStyle/>
        <a:p>
          <a:endParaRPr lang="en-GB"/>
        </a:p>
      </dgm:t>
    </dgm:pt>
    <dgm:pt modelId="{808B5363-D62F-084B-ADDE-E254E3F7E5C6}" type="sibTrans" cxnId="{EDE4AFEA-033D-3C41-9202-60F8AFC935D6}">
      <dgm:prSet/>
      <dgm:spPr/>
      <dgm:t>
        <a:bodyPr/>
        <a:lstStyle/>
        <a:p>
          <a:endParaRPr lang="en-GB"/>
        </a:p>
      </dgm:t>
    </dgm:pt>
    <dgm:pt modelId="{4C9749B0-BD97-D046-83DA-7B0030DCBB38}">
      <dgm:prSet phldrT="[Text]" custT="1"/>
      <dgm:spPr/>
      <dgm:t>
        <a:bodyPr/>
        <a:lstStyle/>
        <a:p>
          <a:pPr>
            <a:buNone/>
          </a:pPr>
          <a:r>
            <a:rPr lang="en-SE" sz="1800" dirty="0"/>
            <a:t>Search the Literature</a:t>
          </a:r>
        </a:p>
        <a:p>
          <a:pPr>
            <a:buNone/>
          </a:pPr>
          <a:r>
            <a:rPr lang="en-SE" sz="1800" dirty="0"/>
            <a:t>(PubMed / Google Scholar)</a:t>
          </a:r>
          <a:endParaRPr lang="en-GB" sz="1800" dirty="0"/>
        </a:p>
      </dgm:t>
    </dgm:pt>
    <dgm:pt modelId="{DBBE3728-C0E2-6741-BB85-FCEBFFF79F7E}" type="parTrans" cxnId="{E19882A4-925D-1646-8007-4F157A8B936D}">
      <dgm:prSet/>
      <dgm:spPr/>
      <dgm:t>
        <a:bodyPr/>
        <a:lstStyle/>
        <a:p>
          <a:endParaRPr lang="en-GB"/>
        </a:p>
      </dgm:t>
    </dgm:pt>
    <dgm:pt modelId="{1A5343F2-37E9-C64D-B784-A5207BAB8927}" type="sibTrans" cxnId="{E19882A4-925D-1646-8007-4F157A8B936D}">
      <dgm:prSet/>
      <dgm:spPr/>
      <dgm:t>
        <a:bodyPr/>
        <a:lstStyle/>
        <a:p>
          <a:pPr rtl="0"/>
          <a:endParaRPr lang="en-GB"/>
        </a:p>
      </dgm:t>
    </dgm:pt>
    <dgm:pt modelId="{08172927-BE29-5B40-870A-5601D3A0D349}">
      <dgm:prSet phldrT="[Text]" custT="1"/>
      <dgm:spPr/>
      <dgm:t>
        <a:bodyPr/>
        <a:lstStyle/>
        <a:p>
          <a:pPr>
            <a:buNone/>
          </a:pPr>
          <a:r>
            <a:rPr lang="en-SE" sz="1800" dirty="0"/>
            <a:t>Identify Relevant Paper(s)</a:t>
          </a:r>
          <a:endParaRPr lang="en-GB" sz="1800" dirty="0"/>
        </a:p>
      </dgm:t>
    </dgm:pt>
    <dgm:pt modelId="{578C99F0-2844-5343-8F31-E8391800B006}" type="parTrans" cxnId="{F972BEDE-B710-A242-B00A-2EBA8781AEDE}">
      <dgm:prSet/>
      <dgm:spPr/>
      <dgm:t>
        <a:bodyPr/>
        <a:lstStyle/>
        <a:p>
          <a:endParaRPr lang="en-GB"/>
        </a:p>
      </dgm:t>
    </dgm:pt>
    <dgm:pt modelId="{3A744585-EE65-8847-B146-73E8D9806A81}" type="sibTrans" cxnId="{F972BEDE-B710-A242-B00A-2EBA8781AEDE}">
      <dgm:prSet/>
      <dgm:spPr/>
      <dgm:t>
        <a:bodyPr/>
        <a:lstStyle/>
        <a:p>
          <a:endParaRPr lang="en-GB"/>
        </a:p>
      </dgm:t>
    </dgm:pt>
    <dgm:pt modelId="{87522EF1-1BB3-344B-A1C8-C187F8469E74}">
      <dgm:prSet phldrT="[Text]" custT="1"/>
      <dgm:spPr/>
      <dgm:t>
        <a:bodyPr/>
        <a:lstStyle/>
        <a:p>
          <a:pPr>
            <a:buNone/>
          </a:pPr>
          <a:r>
            <a:rPr lang="en-SE" sz="1800" dirty="0"/>
            <a:t>Data Availability Statement</a:t>
          </a:r>
          <a:endParaRPr lang="en-GB" sz="1800" dirty="0"/>
        </a:p>
      </dgm:t>
    </dgm:pt>
    <dgm:pt modelId="{7A80C982-F8F4-4242-AA7E-CDDACC13790C}" type="parTrans" cxnId="{F8209042-842D-9344-B2BD-C734EE57FF2C}">
      <dgm:prSet/>
      <dgm:spPr/>
      <dgm:t>
        <a:bodyPr/>
        <a:lstStyle/>
        <a:p>
          <a:endParaRPr lang="en-GB"/>
        </a:p>
      </dgm:t>
    </dgm:pt>
    <dgm:pt modelId="{EE7D2B02-D610-BA47-B1AA-D5B00D0C1F30}" type="sibTrans" cxnId="{F8209042-842D-9344-B2BD-C734EE57FF2C}">
      <dgm:prSet/>
      <dgm:spPr/>
      <dgm:t>
        <a:bodyPr/>
        <a:lstStyle/>
        <a:p>
          <a:endParaRPr lang="en-GB"/>
        </a:p>
      </dgm:t>
    </dgm:pt>
    <dgm:pt modelId="{2CE632C2-8CC2-854C-8D57-5AC7CC6187B7}">
      <dgm:prSet phldrT="[Text]" custT="1"/>
      <dgm:spPr/>
      <dgm:t>
        <a:bodyPr/>
        <a:lstStyle/>
        <a:p>
          <a:pPr>
            <a:buNone/>
          </a:pPr>
          <a:r>
            <a:rPr lang="en-SE" sz="1800" dirty="0"/>
            <a:t>Extract Accession Number</a:t>
          </a:r>
        </a:p>
        <a:p>
          <a:pPr>
            <a:buNone/>
          </a:pPr>
          <a:r>
            <a:rPr lang="en-SE" sz="1800" dirty="0"/>
            <a:t>(GEO, ENA, EGA, ...)</a:t>
          </a:r>
          <a:endParaRPr lang="en-GB" sz="1800" dirty="0"/>
        </a:p>
      </dgm:t>
    </dgm:pt>
    <dgm:pt modelId="{B8389144-F8D9-2B4E-9E9A-79087C76AA1C}" type="parTrans" cxnId="{E31B6AC4-4777-F645-B83C-B104D21AF5B2}">
      <dgm:prSet/>
      <dgm:spPr/>
      <dgm:t>
        <a:bodyPr/>
        <a:lstStyle/>
        <a:p>
          <a:endParaRPr lang="en-GB"/>
        </a:p>
      </dgm:t>
    </dgm:pt>
    <dgm:pt modelId="{15CD9844-F37E-A34B-A452-33F9FE168133}" type="sibTrans" cxnId="{E31B6AC4-4777-F645-B83C-B104D21AF5B2}">
      <dgm:prSet/>
      <dgm:spPr/>
      <dgm:t>
        <a:bodyPr/>
        <a:lstStyle/>
        <a:p>
          <a:endParaRPr lang="en-GB"/>
        </a:p>
      </dgm:t>
    </dgm:pt>
    <dgm:pt modelId="{23EB351D-8873-CE42-B386-5B02FA311890}" type="pres">
      <dgm:prSet presAssocID="{E6077FD9-F0DD-444F-A841-5E72746BEC29}" presName="outerComposite" presStyleCnt="0">
        <dgm:presLayoutVars>
          <dgm:chMax val="5"/>
          <dgm:dir/>
          <dgm:resizeHandles val="exact"/>
        </dgm:presLayoutVars>
      </dgm:prSet>
      <dgm:spPr/>
    </dgm:pt>
    <dgm:pt modelId="{B128121A-3CBD-B247-A910-B5A04DAC5666}" type="pres">
      <dgm:prSet presAssocID="{E6077FD9-F0DD-444F-A841-5E72746BEC29}" presName="dummyMaxCanvas" presStyleCnt="0">
        <dgm:presLayoutVars/>
      </dgm:prSet>
      <dgm:spPr/>
    </dgm:pt>
    <dgm:pt modelId="{ADB57F12-5487-6B4E-96AC-ACE3E28FA086}" type="pres">
      <dgm:prSet presAssocID="{E6077FD9-F0DD-444F-A841-5E72746BEC29}" presName="FiveNodes_1" presStyleLbl="node1" presStyleIdx="0" presStyleCnt="5">
        <dgm:presLayoutVars>
          <dgm:bulletEnabled val="1"/>
        </dgm:presLayoutVars>
      </dgm:prSet>
      <dgm:spPr/>
    </dgm:pt>
    <dgm:pt modelId="{0F6933E4-1258-1B4A-86EC-82CA84BF5073}" type="pres">
      <dgm:prSet presAssocID="{E6077FD9-F0DD-444F-A841-5E72746BEC29}" presName="FiveNodes_2" presStyleLbl="node1" presStyleIdx="1" presStyleCnt="5">
        <dgm:presLayoutVars>
          <dgm:bulletEnabled val="1"/>
        </dgm:presLayoutVars>
      </dgm:prSet>
      <dgm:spPr/>
    </dgm:pt>
    <dgm:pt modelId="{E4F4AE96-7317-714D-A25D-5504D78C14FD}" type="pres">
      <dgm:prSet presAssocID="{E6077FD9-F0DD-444F-A841-5E72746BEC29}" presName="FiveNodes_3" presStyleLbl="node1" presStyleIdx="2" presStyleCnt="5">
        <dgm:presLayoutVars>
          <dgm:bulletEnabled val="1"/>
        </dgm:presLayoutVars>
      </dgm:prSet>
      <dgm:spPr/>
    </dgm:pt>
    <dgm:pt modelId="{3FB2798B-55E8-604A-8A69-D5273758FBE2}" type="pres">
      <dgm:prSet presAssocID="{E6077FD9-F0DD-444F-A841-5E72746BEC29}" presName="FiveNodes_4" presStyleLbl="node1" presStyleIdx="3" presStyleCnt="5">
        <dgm:presLayoutVars>
          <dgm:bulletEnabled val="1"/>
        </dgm:presLayoutVars>
      </dgm:prSet>
      <dgm:spPr/>
    </dgm:pt>
    <dgm:pt modelId="{EA45F39B-E97F-684A-A017-5FDA597C41DB}" type="pres">
      <dgm:prSet presAssocID="{E6077FD9-F0DD-444F-A841-5E72746BEC29}" presName="FiveNodes_5" presStyleLbl="node1" presStyleIdx="4" presStyleCnt="5">
        <dgm:presLayoutVars>
          <dgm:bulletEnabled val="1"/>
        </dgm:presLayoutVars>
      </dgm:prSet>
      <dgm:spPr/>
    </dgm:pt>
    <dgm:pt modelId="{78E38DB2-9575-1842-B6A6-B60850118ECB}" type="pres">
      <dgm:prSet presAssocID="{E6077FD9-F0DD-444F-A841-5E72746BEC29}" presName="FiveConn_1-2" presStyleLbl="fgAccFollowNode1" presStyleIdx="0" presStyleCnt="4">
        <dgm:presLayoutVars>
          <dgm:bulletEnabled val="1"/>
        </dgm:presLayoutVars>
      </dgm:prSet>
      <dgm:spPr/>
    </dgm:pt>
    <dgm:pt modelId="{6D214506-AB7E-9340-ACD2-CF664DD69FBA}" type="pres">
      <dgm:prSet presAssocID="{E6077FD9-F0DD-444F-A841-5E72746BEC29}" presName="FiveConn_2-3" presStyleLbl="fgAccFollowNode1" presStyleIdx="1" presStyleCnt="4">
        <dgm:presLayoutVars>
          <dgm:bulletEnabled val="1"/>
        </dgm:presLayoutVars>
      </dgm:prSet>
      <dgm:spPr/>
    </dgm:pt>
    <dgm:pt modelId="{739E716D-8DE9-404F-8DF3-EB577755F628}" type="pres">
      <dgm:prSet presAssocID="{E6077FD9-F0DD-444F-A841-5E72746BEC29}" presName="FiveConn_3-4" presStyleLbl="fgAccFollowNode1" presStyleIdx="2" presStyleCnt="4">
        <dgm:presLayoutVars>
          <dgm:bulletEnabled val="1"/>
        </dgm:presLayoutVars>
      </dgm:prSet>
      <dgm:spPr/>
    </dgm:pt>
    <dgm:pt modelId="{9A20F8A0-B6BC-184F-AD21-048D4180EC65}" type="pres">
      <dgm:prSet presAssocID="{E6077FD9-F0DD-444F-A841-5E72746BEC29}" presName="FiveConn_4-5" presStyleLbl="fgAccFollowNode1" presStyleIdx="3" presStyleCnt="4">
        <dgm:presLayoutVars>
          <dgm:bulletEnabled val="1"/>
        </dgm:presLayoutVars>
      </dgm:prSet>
      <dgm:spPr/>
    </dgm:pt>
    <dgm:pt modelId="{CEE971E0-23C7-414F-8630-7E1CF4BAE22D}" type="pres">
      <dgm:prSet presAssocID="{E6077FD9-F0DD-444F-A841-5E72746BEC29}" presName="FiveNodes_1_text" presStyleLbl="node1" presStyleIdx="4" presStyleCnt="5">
        <dgm:presLayoutVars>
          <dgm:bulletEnabled val="1"/>
        </dgm:presLayoutVars>
      </dgm:prSet>
      <dgm:spPr/>
    </dgm:pt>
    <dgm:pt modelId="{65C757DB-F90A-B04C-9B35-385CC05742F2}" type="pres">
      <dgm:prSet presAssocID="{E6077FD9-F0DD-444F-A841-5E72746BEC29}" presName="FiveNodes_2_text" presStyleLbl="node1" presStyleIdx="4" presStyleCnt="5">
        <dgm:presLayoutVars>
          <dgm:bulletEnabled val="1"/>
        </dgm:presLayoutVars>
      </dgm:prSet>
      <dgm:spPr/>
    </dgm:pt>
    <dgm:pt modelId="{C18F297C-2374-2D49-BC34-E8D3C1FC5A01}" type="pres">
      <dgm:prSet presAssocID="{E6077FD9-F0DD-444F-A841-5E72746BEC29}" presName="FiveNodes_3_text" presStyleLbl="node1" presStyleIdx="4" presStyleCnt="5">
        <dgm:presLayoutVars>
          <dgm:bulletEnabled val="1"/>
        </dgm:presLayoutVars>
      </dgm:prSet>
      <dgm:spPr/>
    </dgm:pt>
    <dgm:pt modelId="{46800485-29B1-D247-9C10-EA6F4CC436A5}" type="pres">
      <dgm:prSet presAssocID="{E6077FD9-F0DD-444F-A841-5E72746BEC29}" presName="FiveNodes_4_text" presStyleLbl="node1" presStyleIdx="4" presStyleCnt="5">
        <dgm:presLayoutVars>
          <dgm:bulletEnabled val="1"/>
        </dgm:presLayoutVars>
      </dgm:prSet>
      <dgm:spPr/>
    </dgm:pt>
    <dgm:pt modelId="{77907091-A162-044E-8235-A066C7142486}" type="pres">
      <dgm:prSet presAssocID="{E6077FD9-F0DD-444F-A841-5E72746BEC2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636980A-E015-9645-A8BD-1153BD5475A4}" type="presOf" srcId="{1A5343F2-37E9-C64D-B784-A5207BAB8927}" destId="{6D214506-AB7E-9340-ACD2-CF664DD69FBA}" srcOrd="0" destOrd="0" presId="urn:microsoft.com/office/officeart/2005/8/layout/vProcess5"/>
    <dgm:cxn modelId="{3AB2E80A-E824-544C-ADA9-32FB70AAB487}" type="presOf" srcId="{3A744585-EE65-8847-B146-73E8D9806A81}" destId="{739E716D-8DE9-404F-8DF3-EB577755F628}" srcOrd="0" destOrd="0" presId="urn:microsoft.com/office/officeart/2005/8/layout/vProcess5"/>
    <dgm:cxn modelId="{9489F727-AA9B-D848-A7E1-3BBA1AF2CB32}" type="presOf" srcId="{4C9749B0-BD97-D046-83DA-7B0030DCBB38}" destId="{65C757DB-F90A-B04C-9B35-385CC05742F2}" srcOrd="1" destOrd="0" presId="urn:microsoft.com/office/officeart/2005/8/layout/vProcess5"/>
    <dgm:cxn modelId="{A0C49228-316B-F947-9224-827581626A9E}" type="presOf" srcId="{08172927-BE29-5B40-870A-5601D3A0D349}" destId="{C18F297C-2374-2D49-BC34-E8D3C1FC5A01}" srcOrd="1" destOrd="0" presId="urn:microsoft.com/office/officeart/2005/8/layout/vProcess5"/>
    <dgm:cxn modelId="{C527D33A-35E1-4749-A244-A7D3A7AA496B}" type="presOf" srcId="{4C9749B0-BD97-D046-83DA-7B0030DCBB38}" destId="{0F6933E4-1258-1B4A-86EC-82CA84BF5073}" srcOrd="0" destOrd="0" presId="urn:microsoft.com/office/officeart/2005/8/layout/vProcess5"/>
    <dgm:cxn modelId="{F8209042-842D-9344-B2BD-C734EE57FF2C}" srcId="{E6077FD9-F0DD-444F-A841-5E72746BEC29}" destId="{87522EF1-1BB3-344B-A1C8-C187F8469E74}" srcOrd="3" destOrd="0" parTransId="{7A80C982-F8F4-4242-AA7E-CDDACC13790C}" sibTransId="{EE7D2B02-D610-BA47-B1AA-D5B00D0C1F30}"/>
    <dgm:cxn modelId="{8FC19149-ED91-894C-BB90-1C7E068F9FFD}" type="presOf" srcId="{87522EF1-1BB3-344B-A1C8-C187F8469E74}" destId="{46800485-29B1-D247-9C10-EA6F4CC436A5}" srcOrd="1" destOrd="0" presId="urn:microsoft.com/office/officeart/2005/8/layout/vProcess5"/>
    <dgm:cxn modelId="{5BDF0F62-AEDE-2F44-BCFB-F0A72A2F97B6}" type="presOf" srcId="{DEF6C5A0-DDBF-EA43-B129-E3F6A66B900A}" destId="{ADB57F12-5487-6B4E-96AC-ACE3E28FA086}" srcOrd="0" destOrd="0" presId="urn:microsoft.com/office/officeart/2005/8/layout/vProcess5"/>
    <dgm:cxn modelId="{7BB7978B-E8EA-E54E-A982-3AF416CFF8D9}" type="presOf" srcId="{2CE632C2-8CC2-854C-8D57-5AC7CC6187B7}" destId="{77907091-A162-044E-8235-A066C7142486}" srcOrd="1" destOrd="0" presId="urn:microsoft.com/office/officeart/2005/8/layout/vProcess5"/>
    <dgm:cxn modelId="{366BE68C-3035-D642-8A34-4BDF56705650}" type="presOf" srcId="{E6077FD9-F0DD-444F-A841-5E72746BEC29}" destId="{23EB351D-8873-CE42-B386-5B02FA311890}" srcOrd="0" destOrd="0" presId="urn:microsoft.com/office/officeart/2005/8/layout/vProcess5"/>
    <dgm:cxn modelId="{E19882A4-925D-1646-8007-4F157A8B936D}" srcId="{E6077FD9-F0DD-444F-A841-5E72746BEC29}" destId="{4C9749B0-BD97-D046-83DA-7B0030DCBB38}" srcOrd="1" destOrd="0" parTransId="{DBBE3728-C0E2-6741-BB85-FCEBFFF79F7E}" sibTransId="{1A5343F2-37E9-C64D-B784-A5207BAB8927}"/>
    <dgm:cxn modelId="{F2BAA7A9-C785-674D-914B-B60267A495C8}" type="presOf" srcId="{EE7D2B02-D610-BA47-B1AA-D5B00D0C1F30}" destId="{9A20F8A0-B6BC-184F-AD21-048D4180EC65}" srcOrd="0" destOrd="0" presId="urn:microsoft.com/office/officeart/2005/8/layout/vProcess5"/>
    <dgm:cxn modelId="{C89211BC-1334-0E4C-859A-78F70F6B65CF}" type="presOf" srcId="{808B5363-D62F-084B-ADDE-E254E3F7E5C6}" destId="{78E38DB2-9575-1842-B6A6-B60850118ECB}" srcOrd="0" destOrd="0" presId="urn:microsoft.com/office/officeart/2005/8/layout/vProcess5"/>
    <dgm:cxn modelId="{E31B6AC4-4777-F645-B83C-B104D21AF5B2}" srcId="{E6077FD9-F0DD-444F-A841-5E72746BEC29}" destId="{2CE632C2-8CC2-854C-8D57-5AC7CC6187B7}" srcOrd="4" destOrd="0" parTransId="{B8389144-F8D9-2B4E-9E9A-79087C76AA1C}" sibTransId="{15CD9844-F37E-A34B-A452-33F9FE168133}"/>
    <dgm:cxn modelId="{724220DC-3540-4044-BB8B-0011EAD578F6}" type="presOf" srcId="{87522EF1-1BB3-344B-A1C8-C187F8469E74}" destId="{3FB2798B-55E8-604A-8A69-D5273758FBE2}" srcOrd="0" destOrd="0" presId="urn:microsoft.com/office/officeart/2005/8/layout/vProcess5"/>
    <dgm:cxn modelId="{F972BEDE-B710-A242-B00A-2EBA8781AEDE}" srcId="{E6077FD9-F0DD-444F-A841-5E72746BEC29}" destId="{08172927-BE29-5B40-870A-5601D3A0D349}" srcOrd="2" destOrd="0" parTransId="{578C99F0-2844-5343-8F31-E8391800B006}" sibTransId="{3A744585-EE65-8847-B146-73E8D9806A81}"/>
    <dgm:cxn modelId="{FEC62FE4-80D2-4142-9B0C-D2F472C23FF2}" type="presOf" srcId="{08172927-BE29-5B40-870A-5601D3A0D349}" destId="{E4F4AE96-7317-714D-A25D-5504D78C14FD}" srcOrd="0" destOrd="0" presId="urn:microsoft.com/office/officeart/2005/8/layout/vProcess5"/>
    <dgm:cxn modelId="{EDE4AFEA-033D-3C41-9202-60F8AFC935D6}" srcId="{E6077FD9-F0DD-444F-A841-5E72746BEC29}" destId="{DEF6C5A0-DDBF-EA43-B129-E3F6A66B900A}" srcOrd="0" destOrd="0" parTransId="{A7E8FBC0-70AC-8443-B754-CD56F216F505}" sibTransId="{808B5363-D62F-084B-ADDE-E254E3F7E5C6}"/>
    <dgm:cxn modelId="{6DA08EF4-ECEC-AE42-BD57-76D35DAA76D6}" type="presOf" srcId="{2CE632C2-8CC2-854C-8D57-5AC7CC6187B7}" destId="{EA45F39B-E97F-684A-A017-5FDA597C41DB}" srcOrd="0" destOrd="0" presId="urn:microsoft.com/office/officeart/2005/8/layout/vProcess5"/>
    <dgm:cxn modelId="{210A1AFE-5229-2641-930E-808A0C722D92}" type="presOf" srcId="{DEF6C5A0-DDBF-EA43-B129-E3F6A66B900A}" destId="{CEE971E0-23C7-414F-8630-7E1CF4BAE22D}" srcOrd="1" destOrd="0" presId="urn:microsoft.com/office/officeart/2005/8/layout/vProcess5"/>
    <dgm:cxn modelId="{8075EDB4-CE57-6A45-B9AB-A82731C9135D}" type="presParOf" srcId="{23EB351D-8873-CE42-B386-5B02FA311890}" destId="{B128121A-3CBD-B247-A910-B5A04DAC5666}" srcOrd="0" destOrd="0" presId="urn:microsoft.com/office/officeart/2005/8/layout/vProcess5"/>
    <dgm:cxn modelId="{0CCFD16C-DF77-7642-8DC3-49AAD76E2CB1}" type="presParOf" srcId="{23EB351D-8873-CE42-B386-5B02FA311890}" destId="{ADB57F12-5487-6B4E-96AC-ACE3E28FA086}" srcOrd="1" destOrd="0" presId="urn:microsoft.com/office/officeart/2005/8/layout/vProcess5"/>
    <dgm:cxn modelId="{63E7E791-DFA3-3740-A38A-4BA019FDBB69}" type="presParOf" srcId="{23EB351D-8873-CE42-B386-5B02FA311890}" destId="{0F6933E4-1258-1B4A-86EC-82CA84BF5073}" srcOrd="2" destOrd="0" presId="urn:microsoft.com/office/officeart/2005/8/layout/vProcess5"/>
    <dgm:cxn modelId="{35FA81DF-7375-2E47-BCD6-EDC59698989F}" type="presParOf" srcId="{23EB351D-8873-CE42-B386-5B02FA311890}" destId="{E4F4AE96-7317-714D-A25D-5504D78C14FD}" srcOrd="3" destOrd="0" presId="urn:microsoft.com/office/officeart/2005/8/layout/vProcess5"/>
    <dgm:cxn modelId="{B33DABA4-3710-B349-8AC6-C5CE97006060}" type="presParOf" srcId="{23EB351D-8873-CE42-B386-5B02FA311890}" destId="{3FB2798B-55E8-604A-8A69-D5273758FBE2}" srcOrd="4" destOrd="0" presId="urn:microsoft.com/office/officeart/2005/8/layout/vProcess5"/>
    <dgm:cxn modelId="{14969570-975D-FF41-B8EA-8C4BE9119248}" type="presParOf" srcId="{23EB351D-8873-CE42-B386-5B02FA311890}" destId="{EA45F39B-E97F-684A-A017-5FDA597C41DB}" srcOrd="5" destOrd="0" presId="urn:microsoft.com/office/officeart/2005/8/layout/vProcess5"/>
    <dgm:cxn modelId="{4A0DDE55-77C3-604A-890A-890EB083F4DF}" type="presParOf" srcId="{23EB351D-8873-CE42-B386-5B02FA311890}" destId="{78E38DB2-9575-1842-B6A6-B60850118ECB}" srcOrd="6" destOrd="0" presId="urn:microsoft.com/office/officeart/2005/8/layout/vProcess5"/>
    <dgm:cxn modelId="{C077C3BB-6D6B-DA47-8B6F-6D16865DBCEE}" type="presParOf" srcId="{23EB351D-8873-CE42-B386-5B02FA311890}" destId="{6D214506-AB7E-9340-ACD2-CF664DD69FBA}" srcOrd="7" destOrd="0" presId="urn:microsoft.com/office/officeart/2005/8/layout/vProcess5"/>
    <dgm:cxn modelId="{3518B691-2885-E342-81DC-F45D2B903C71}" type="presParOf" srcId="{23EB351D-8873-CE42-B386-5B02FA311890}" destId="{739E716D-8DE9-404F-8DF3-EB577755F628}" srcOrd="8" destOrd="0" presId="urn:microsoft.com/office/officeart/2005/8/layout/vProcess5"/>
    <dgm:cxn modelId="{9FDF952E-BD46-D84B-8FDA-F5C22C7231D9}" type="presParOf" srcId="{23EB351D-8873-CE42-B386-5B02FA311890}" destId="{9A20F8A0-B6BC-184F-AD21-048D4180EC65}" srcOrd="9" destOrd="0" presId="urn:microsoft.com/office/officeart/2005/8/layout/vProcess5"/>
    <dgm:cxn modelId="{47A0A028-724B-B845-9362-BDC52D87809E}" type="presParOf" srcId="{23EB351D-8873-CE42-B386-5B02FA311890}" destId="{CEE971E0-23C7-414F-8630-7E1CF4BAE22D}" srcOrd="10" destOrd="0" presId="urn:microsoft.com/office/officeart/2005/8/layout/vProcess5"/>
    <dgm:cxn modelId="{5E791311-2AB5-8B4D-97EE-43C881C332FC}" type="presParOf" srcId="{23EB351D-8873-CE42-B386-5B02FA311890}" destId="{65C757DB-F90A-B04C-9B35-385CC05742F2}" srcOrd="11" destOrd="0" presId="urn:microsoft.com/office/officeart/2005/8/layout/vProcess5"/>
    <dgm:cxn modelId="{68F7399F-D725-D042-9325-C61F1520E973}" type="presParOf" srcId="{23EB351D-8873-CE42-B386-5B02FA311890}" destId="{C18F297C-2374-2D49-BC34-E8D3C1FC5A01}" srcOrd="12" destOrd="0" presId="urn:microsoft.com/office/officeart/2005/8/layout/vProcess5"/>
    <dgm:cxn modelId="{39C1555D-2EB9-304A-B8CD-B46A87F151D3}" type="presParOf" srcId="{23EB351D-8873-CE42-B386-5B02FA311890}" destId="{46800485-29B1-D247-9C10-EA6F4CC436A5}" srcOrd="13" destOrd="0" presId="urn:microsoft.com/office/officeart/2005/8/layout/vProcess5"/>
    <dgm:cxn modelId="{0B3164F6-392B-1A48-A3CB-BFCE38CACA95}" type="presParOf" srcId="{23EB351D-8873-CE42-B386-5B02FA311890}" destId="{77907091-A162-044E-8235-A066C714248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EF8D47-62BA-FA4C-A0D0-82111ED18DA8}" type="doc">
      <dgm:prSet loTypeId="urn:microsoft.com/office/officeart/2005/8/layout/process1" loCatId="" qsTypeId="urn:microsoft.com/office/officeart/2005/8/quickstyle/3d9#3" qsCatId="3D" csTypeId="urn:microsoft.com/office/officeart/2005/8/colors/accent2_2#3" csCatId="accent2" phldr="1"/>
      <dgm:spPr/>
    </dgm:pt>
    <dgm:pt modelId="{BE8293AF-5011-7242-A024-D3909E4FDC72}">
      <dgm:prSet phldrT="[Text]"/>
      <dgm:spPr/>
      <dgm:t>
        <a:bodyPr/>
        <a:lstStyle/>
        <a:p>
          <a:pPr rtl="0"/>
          <a:r>
            <a:rPr lang="en-GB"/>
            <a:t>FASTQ</a:t>
          </a:r>
        </a:p>
        <a:p>
          <a:pPr rtl="0"/>
          <a:r>
            <a:rPr lang="en-GB"/>
            <a:t>(raw)</a:t>
          </a:r>
        </a:p>
      </dgm:t>
    </dgm:pt>
    <dgm:pt modelId="{50A54BAF-7990-FD44-811E-7F99B99CB1F2}" type="parTrans" cxnId="{4D45AAE9-3985-754D-94E2-D68A22A64C69}">
      <dgm:prSet/>
      <dgm:spPr/>
      <dgm:t>
        <a:bodyPr/>
        <a:lstStyle/>
        <a:p>
          <a:endParaRPr lang="en-GB"/>
        </a:p>
      </dgm:t>
    </dgm:pt>
    <dgm:pt modelId="{DC7C10F6-FE8C-5440-9FC5-88E4CE59AFE3}" type="sibTrans" cxnId="{4D45AAE9-3985-754D-94E2-D68A22A64C69}">
      <dgm:prSet/>
      <dgm:spPr/>
      <dgm:t>
        <a:bodyPr/>
        <a:lstStyle/>
        <a:p>
          <a:endParaRPr lang="en-GB"/>
        </a:p>
      </dgm:t>
    </dgm:pt>
    <dgm:pt modelId="{43276DEC-32D0-884F-92C4-32E3D7FCAA6D}">
      <dgm:prSet phldrT="[Text]"/>
      <dgm:spPr/>
      <dgm:t>
        <a:bodyPr/>
        <a:lstStyle/>
        <a:p>
          <a:pPr rtl="0"/>
          <a:r>
            <a:rPr lang="en-GB"/>
            <a:t>BAM/SAM</a:t>
          </a:r>
        </a:p>
        <a:p>
          <a:pPr rtl="0"/>
          <a:r>
            <a:rPr lang="en-GB"/>
            <a:t>(aligned raw)</a:t>
          </a:r>
        </a:p>
      </dgm:t>
    </dgm:pt>
    <dgm:pt modelId="{00313286-03E4-8943-87D9-7D019054E127}" type="parTrans" cxnId="{12F8B5C2-8E8F-3849-920E-4AE677AA6BF1}">
      <dgm:prSet/>
      <dgm:spPr/>
      <dgm:t>
        <a:bodyPr/>
        <a:lstStyle/>
        <a:p>
          <a:endParaRPr lang="en-GB"/>
        </a:p>
      </dgm:t>
    </dgm:pt>
    <dgm:pt modelId="{DA9CB84A-2FBF-A041-893A-325AC19783C3}" type="sibTrans" cxnId="{12F8B5C2-8E8F-3849-920E-4AE677AA6BF1}">
      <dgm:prSet/>
      <dgm:spPr/>
      <dgm:t>
        <a:bodyPr/>
        <a:lstStyle/>
        <a:p>
          <a:endParaRPr lang="en-GB"/>
        </a:p>
      </dgm:t>
    </dgm:pt>
    <dgm:pt modelId="{D3A38B1F-C876-B244-A091-22D869B68778}">
      <dgm:prSet phldrT="[Text]"/>
      <dgm:spPr/>
      <dgm:t>
        <a:bodyPr/>
        <a:lstStyle/>
        <a:p>
          <a:pPr rtl="0"/>
          <a:r>
            <a:rPr lang="en-GB" dirty="0"/>
            <a:t>Gene counts</a:t>
          </a:r>
        </a:p>
      </dgm:t>
    </dgm:pt>
    <dgm:pt modelId="{F07778E9-D668-6E48-BC2C-573B0DE0E96A}" type="parTrans" cxnId="{69745AB0-46DC-A846-A805-6BDBC3D0A1EF}">
      <dgm:prSet/>
      <dgm:spPr/>
      <dgm:t>
        <a:bodyPr/>
        <a:lstStyle/>
        <a:p>
          <a:endParaRPr lang="en-GB"/>
        </a:p>
      </dgm:t>
    </dgm:pt>
    <dgm:pt modelId="{C097CEEF-21D0-9245-9824-E7C0527D78B7}" type="sibTrans" cxnId="{69745AB0-46DC-A846-A805-6BDBC3D0A1EF}">
      <dgm:prSet/>
      <dgm:spPr/>
      <dgm:t>
        <a:bodyPr/>
        <a:lstStyle/>
        <a:p>
          <a:endParaRPr lang="en-GB"/>
        </a:p>
      </dgm:t>
    </dgm:pt>
    <dgm:pt modelId="{2E0A9AEC-7BAE-4845-A44E-DD74BA4F645B}">
      <dgm:prSet phldrT="[Text]"/>
      <dgm:spPr/>
      <dgm:t>
        <a:bodyPr/>
        <a:lstStyle/>
        <a:p>
          <a:pPr rtl="0"/>
          <a:r>
            <a:rPr lang="en-GB" dirty="0"/>
            <a:t>Processed data</a:t>
          </a:r>
        </a:p>
      </dgm:t>
    </dgm:pt>
    <dgm:pt modelId="{B437BDBB-5049-3C42-8E46-3771A1DBCFF8}" type="parTrans" cxnId="{8A6AA4FF-F213-0845-9BC9-DA68A5C52109}">
      <dgm:prSet/>
      <dgm:spPr/>
      <dgm:t>
        <a:bodyPr/>
        <a:lstStyle/>
        <a:p>
          <a:endParaRPr lang="en-GB"/>
        </a:p>
      </dgm:t>
    </dgm:pt>
    <dgm:pt modelId="{7E4ED521-2AF0-E748-90BF-7107FABBE6C5}" type="sibTrans" cxnId="{8A6AA4FF-F213-0845-9BC9-DA68A5C52109}">
      <dgm:prSet/>
      <dgm:spPr/>
      <dgm:t>
        <a:bodyPr/>
        <a:lstStyle/>
        <a:p>
          <a:endParaRPr lang="en-GB"/>
        </a:p>
      </dgm:t>
    </dgm:pt>
    <dgm:pt modelId="{B7DBCECE-BDBA-EB4F-A99F-44F71416D272}" type="pres">
      <dgm:prSet presAssocID="{59EF8D47-62BA-FA4C-A0D0-82111ED18DA8}" presName="Name0" presStyleCnt="0">
        <dgm:presLayoutVars>
          <dgm:dir/>
          <dgm:resizeHandles val="exact"/>
        </dgm:presLayoutVars>
      </dgm:prSet>
      <dgm:spPr/>
    </dgm:pt>
    <dgm:pt modelId="{DA389A55-C410-4C41-BD53-10C7E71FF832}" type="pres">
      <dgm:prSet presAssocID="{BE8293AF-5011-7242-A024-D3909E4FDC72}" presName="node" presStyleLbl="node1" presStyleIdx="0" presStyleCnt="4">
        <dgm:presLayoutVars>
          <dgm:bulletEnabled val="1"/>
        </dgm:presLayoutVars>
      </dgm:prSet>
      <dgm:spPr/>
    </dgm:pt>
    <dgm:pt modelId="{05A336BF-3CFE-4F47-A787-3D00A30F13AD}" type="pres">
      <dgm:prSet presAssocID="{DC7C10F6-FE8C-5440-9FC5-88E4CE59AFE3}" presName="sibTrans" presStyleLbl="sibTrans2D1" presStyleIdx="0" presStyleCnt="3"/>
      <dgm:spPr/>
    </dgm:pt>
    <dgm:pt modelId="{1E95FE77-1329-8B40-B44F-9E302829D9BD}" type="pres">
      <dgm:prSet presAssocID="{DC7C10F6-FE8C-5440-9FC5-88E4CE59AFE3}" presName="connectorText" presStyleLbl="sibTrans2D1" presStyleIdx="0" presStyleCnt="3"/>
      <dgm:spPr/>
    </dgm:pt>
    <dgm:pt modelId="{EF686DD6-B7CB-9E48-9C9B-B2ACD290A25D}" type="pres">
      <dgm:prSet presAssocID="{43276DEC-32D0-884F-92C4-32E3D7FCAA6D}" presName="node" presStyleLbl="node1" presStyleIdx="1" presStyleCnt="4">
        <dgm:presLayoutVars>
          <dgm:bulletEnabled val="1"/>
        </dgm:presLayoutVars>
      </dgm:prSet>
      <dgm:spPr/>
    </dgm:pt>
    <dgm:pt modelId="{B7173098-2498-AF42-BB3D-747E009F8B50}" type="pres">
      <dgm:prSet presAssocID="{DA9CB84A-2FBF-A041-893A-325AC19783C3}" presName="sibTrans" presStyleLbl="sibTrans2D1" presStyleIdx="1" presStyleCnt="3"/>
      <dgm:spPr/>
    </dgm:pt>
    <dgm:pt modelId="{6D18EEB5-4B8F-CF4F-9DBF-68EA5C65BFFE}" type="pres">
      <dgm:prSet presAssocID="{DA9CB84A-2FBF-A041-893A-325AC19783C3}" presName="connectorText" presStyleLbl="sibTrans2D1" presStyleIdx="1" presStyleCnt="3"/>
      <dgm:spPr/>
    </dgm:pt>
    <dgm:pt modelId="{31B19161-50B2-A849-90D4-17C8E1EE1757}" type="pres">
      <dgm:prSet presAssocID="{D3A38B1F-C876-B244-A091-22D869B68778}" presName="node" presStyleLbl="node1" presStyleIdx="2" presStyleCnt="4">
        <dgm:presLayoutVars>
          <dgm:bulletEnabled val="1"/>
        </dgm:presLayoutVars>
      </dgm:prSet>
      <dgm:spPr/>
    </dgm:pt>
    <dgm:pt modelId="{00159A77-6A94-D04A-93C4-E81C777CA151}" type="pres">
      <dgm:prSet presAssocID="{C097CEEF-21D0-9245-9824-E7C0527D78B7}" presName="sibTrans" presStyleLbl="sibTrans2D1" presStyleIdx="2" presStyleCnt="3"/>
      <dgm:spPr/>
    </dgm:pt>
    <dgm:pt modelId="{7CBD2768-180A-3D4B-9989-020105C9EB9F}" type="pres">
      <dgm:prSet presAssocID="{C097CEEF-21D0-9245-9824-E7C0527D78B7}" presName="connectorText" presStyleLbl="sibTrans2D1" presStyleIdx="2" presStyleCnt="3"/>
      <dgm:spPr/>
    </dgm:pt>
    <dgm:pt modelId="{4A452633-DC17-6B47-BA6C-0724A6BB344B}" type="pres">
      <dgm:prSet presAssocID="{2E0A9AEC-7BAE-4845-A44E-DD74BA4F645B}" presName="node" presStyleLbl="node1" presStyleIdx="3" presStyleCnt="4">
        <dgm:presLayoutVars>
          <dgm:bulletEnabled val="1"/>
        </dgm:presLayoutVars>
      </dgm:prSet>
      <dgm:spPr/>
    </dgm:pt>
  </dgm:ptLst>
  <dgm:cxnLst>
    <dgm:cxn modelId="{ABC00F04-DA0B-7D45-A400-E20B98764376}" type="presOf" srcId="{43276DEC-32D0-884F-92C4-32E3D7FCAA6D}" destId="{EF686DD6-B7CB-9E48-9C9B-B2ACD290A25D}" srcOrd="0" destOrd="0" presId="urn:microsoft.com/office/officeart/2005/8/layout/process1"/>
    <dgm:cxn modelId="{4A331109-4A42-C24C-9936-ED049DB0D45A}" type="presOf" srcId="{C097CEEF-21D0-9245-9824-E7C0527D78B7}" destId="{00159A77-6A94-D04A-93C4-E81C777CA151}" srcOrd="0" destOrd="0" presId="urn:microsoft.com/office/officeart/2005/8/layout/process1"/>
    <dgm:cxn modelId="{C843E81E-26A4-E145-B8F7-3BF6E47BEC66}" type="presOf" srcId="{DA9CB84A-2FBF-A041-893A-325AC19783C3}" destId="{6D18EEB5-4B8F-CF4F-9DBF-68EA5C65BFFE}" srcOrd="1" destOrd="0" presId="urn:microsoft.com/office/officeart/2005/8/layout/process1"/>
    <dgm:cxn modelId="{BB0E3120-0EC0-E84B-A374-7CEEE4509FB8}" type="presOf" srcId="{59EF8D47-62BA-FA4C-A0D0-82111ED18DA8}" destId="{B7DBCECE-BDBA-EB4F-A99F-44F71416D272}" srcOrd="0" destOrd="0" presId="urn:microsoft.com/office/officeart/2005/8/layout/process1"/>
    <dgm:cxn modelId="{0F88DB55-3904-C74A-B621-BCB1CCD1D3E2}" type="presOf" srcId="{DC7C10F6-FE8C-5440-9FC5-88E4CE59AFE3}" destId="{05A336BF-3CFE-4F47-A787-3D00A30F13AD}" srcOrd="0" destOrd="0" presId="urn:microsoft.com/office/officeart/2005/8/layout/process1"/>
    <dgm:cxn modelId="{2248BA6F-CF54-0248-B0F8-4142F2F714C9}" type="presOf" srcId="{D3A38B1F-C876-B244-A091-22D869B68778}" destId="{31B19161-50B2-A849-90D4-17C8E1EE1757}" srcOrd="0" destOrd="0" presId="urn:microsoft.com/office/officeart/2005/8/layout/process1"/>
    <dgm:cxn modelId="{1793FEA4-EA9C-8C48-8CEE-C5AB22BA0114}" type="presOf" srcId="{C097CEEF-21D0-9245-9824-E7C0527D78B7}" destId="{7CBD2768-180A-3D4B-9989-020105C9EB9F}" srcOrd="1" destOrd="0" presId="urn:microsoft.com/office/officeart/2005/8/layout/process1"/>
    <dgm:cxn modelId="{69745AB0-46DC-A846-A805-6BDBC3D0A1EF}" srcId="{59EF8D47-62BA-FA4C-A0D0-82111ED18DA8}" destId="{D3A38B1F-C876-B244-A091-22D869B68778}" srcOrd="2" destOrd="0" parTransId="{F07778E9-D668-6E48-BC2C-573B0DE0E96A}" sibTransId="{C097CEEF-21D0-9245-9824-E7C0527D78B7}"/>
    <dgm:cxn modelId="{0FAE5EC2-9D07-9248-ACF3-750DBA4F90B7}" type="presOf" srcId="{DA9CB84A-2FBF-A041-893A-325AC19783C3}" destId="{B7173098-2498-AF42-BB3D-747E009F8B50}" srcOrd="0" destOrd="0" presId="urn:microsoft.com/office/officeart/2005/8/layout/process1"/>
    <dgm:cxn modelId="{12F8B5C2-8E8F-3849-920E-4AE677AA6BF1}" srcId="{59EF8D47-62BA-FA4C-A0D0-82111ED18DA8}" destId="{43276DEC-32D0-884F-92C4-32E3D7FCAA6D}" srcOrd="1" destOrd="0" parTransId="{00313286-03E4-8943-87D9-7D019054E127}" sibTransId="{DA9CB84A-2FBF-A041-893A-325AC19783C3}"/>
    <dgm:cxn modelId="{B34ADCCD-655C-7D4D-9433-504B3781C0F8}" type="presOf" srcId="{BE8293AF-5011-7242-A024-D3909E4FDC72}" destId="{DA389A55-C410-4C41-BD53-10C7E71FF832}" srcOrd="0" destOrd="0" presId="urn:microsoft.com/office/officeart/2005/8/layout/process1"/>
    <dgm:cxn modelId="{DCA2D3D6-726D-B74C-A3AB-93AF25E1F553}" type="presOf" srcId="{2E0A9AEC-7BAE-4845-A44E-DD74BA4F645B}" destId="{4A452633-DC17-6B47-BA6C-0724A6BB344B}" srcOrd="0" destOrd="0" presId="urn:microsoft.com/office/officeart/2005/8/layout/process1"/>
    <dgm:cxn modelId="{93DBFFD9-C2AD-FD42-B50B-3671BECCD770}" type="presOf" srcId="{DC7C10F6-FE8C-5440-9FC5-88E4CE59AFE3}" destId="{1E95FE77-1329-8B40-B44F-9E302829D9BD}" srcOrd="1" destOrd="0" presId="urn:microsoft.com/office/officeart/2005/8/layout/process1"/>
    <dgm:cxn modelId="{4D45AAE9-3985-754D-94E2-D68A22A64C69}" srcId="{59EF8D47-62BA-FA4C-A0D0-82111ED18DA8}" destId="{BE8293AF-5011-7242-A024-D3909E4FDC72}" srcOrd="0" destOrd="0" parTransId="{50A54BAF-7990-FD44-811E-7F99B99CB1F2}" sibTransId="{DC7C10F6-FE8C-5440-9FC5-88E4CE59AFE3}"/>
    <dgm:cxn modelId="{8A6AA4FF-F213-0845-9BC9-DA68A5C52109}" srcId="{59EF8D47-62BA-FA4C-A0D0-82111ED18DA8}" destId="{2E0A9AEC-7BAE-4845-A44E-DD74BA4F645B}" srcOrd="3" destOrd="0" parTransId="{B437BDBB-5049-3C42-8E46-3771A1DBCFF8}" sibTransId="{7E4ED521-2AF0-E748-90BF-7107FABBE6C5}"/>
    <dgm:cxn modelId="{8514D2E9-73A3-894E-8825-78B5C986961D}" type="presParOf" srcId="{B7DBCECE-BDBA-EB4F-A99F-44F71416D272}" destId="{DA389A55-C410-4C41-BD53-10C7E71FF832}" srcOrd="0" destOrd="0" presId="urn:microsoft.com/office/officeart/2005/8/layout/process1"/>
    <dgm:cxn modelId="{9878986B-D5FD-6943-A07D-1C53DD7970CE}" type="presParOf" srcId="{B7DBCECE-BDBA-EB4F-A99F-44F71416D272}" destId="{05A336BF-3CFE-4F47-A787-3D00A30F13AD}" srcOrd="1" destOrd="0" presId="urn:microsoft.com/office/officeart/2005/8/layout/process1"/>
    <dgm:cxn modelId="{F2E4FBC7-E2DA-EE4D-A3F8-E120FD2088F1}" type="presParOf" srcId="{05A336BF-3CFE-4F47-A787-3D00A30F13AD}" destId="{1E95FE77-1329-8B40-B44F-9E302829D9BD}" srcOrd="0" destOrd="0" presId="urn:microsoft.com/office/officeart/2005/8/layout/process1"/>
    <dgm:cxn modelId="{8CABCFF4-AAA0-6245-B689-095435FD3DD2}" type="presParOf" srcId="{B7DBCECE-BDBA-EB4F-A99F-44F71416D272}" destId="{EF686DD6-B7CB-9E48-9C9B-B2ACD290A25D}" srcOrd="2" destOrd="0" presId="urn:microsoft.com/office/officeart/2005/8/layout/process1"/>
    <dgm:cxn modelId="{CD2AB4F6-979E-9A47-A6EE-9A0E3D67FE8A}" type="presParOf" srcId="{B7DBCECE-BDBA-EB4F-A99F-44F71416D272}" destId="{B7173098-2498-AF42-BB3D-747E009F8B50}" srcOrd="3" destOrd="0" presId="urn:microsoft.com/office/officeart/2005/8/layout/process1"/>
    <dgm:cxn modelId="{8DBA2D8F-5DD5-2543-99F5-0A61FE818E4E}" type="presParOf" srcId="{B7173098-2498-AF42-BB3D-747E009F8B50}" destId="{6D18EEB5-4B8F-CF4F-9DBF-68EA5C65BFFE}" srcOrd="0" destOrd="0" presId="urn:microsoft.com/office/officeart/2005/8/layout/process1"/>
    <dgm:cxn modelId="{49BF58D5-6999-7B4E-9E82-1306C07706F5}" type="presParOf" srcId="{B7DBCECE-BDBA-EB4F-A99F-44F71416D272}" destId="{31B19161-50B2-A849-90D4-17C8E1EE1757}" srcOrd="4" destOrd="0" presId="urn:microsoft.com/office/officeart/2005/8/layout/process1"/>
    <dgm:cxn modelId="{7B58611E-99DD-2649-AD3E-F7E69C6160BD}" type="presParOf" srcId="{B7DBCECE-BDBA-EB4F-A99F-44F71416D272}" destId="{00159A77-6A94-D04A-93C4-E81C777CA151}" srcOrd="5" destOrd="0" presId="urn:microsoft.com/office/officeart/2005/8/layout/process1"/>
    <dgm:cxn modelId="{D6F201BE-E49F-E34E-857D-FE030ECE70C1}" type="presParOf" srcId="{00159A77-6A94-D04A-93C4-E81C777CA151}" destId="{7CBD2768-180A-3D4B-9989-020105C9EB9F}" srcOrd="0" destOrd="0" presId="urn:microsoft.com/office/officeart/2005/8/layout/process1"/>
    <dgm:cxn modelId="{8512A0DD-A7B3-FD4F-8524-F63681EC358B}" type="presParOf" srcId="{B7DBCECE-BDBA-EB4F-A99F-44F71416D272}" destId="{4A452633-DC17-6B47-BA6C-0724A6BB344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5C4EC6-793E-7744-A2FE-0D219EFE642A}" type="doc">
      <dgm:prSet loTypeId="urn:microsoft.com/office/officeart/2005/8/layout/hierarchy2" loCatId="" qsTypeId="urn:microsoft.com/office/officeart/2005/8/quickstyle/simple3#3" qsCatId="simple" csTypeId="urn:microsoft.com/office/officeart/2005/8/colors/colorful4#3" csCatId="colorful" phldr="1"/>
      <dgm:spPr/>
      <dgm:t>
        <a:bodyPr/>
        <a:lstStyle/>
        <a:p>
          <a:endParaRPr lang="en-GB"/>
        </a:p>
      </dgm:t>
    </dgm:pt>
    <dgm:pt modelId="{944D87CA-8F84-7F40-9E3A-6038F24F2A75}">
      <dgm:prSet phldrT="[Text]"/>
      <dgm:spPr/>
      <dgm:t>
        <a:bodyPr/>
        <a:lstStyle/>
        <a:p>
          <a:pPr rtl="0"/>
          <a:r>
            <a:rPr lang="en-GB" dirty="0"/>
            <a:t>Processed</a:t>
          </a:r>
        </a:p>
      </dgm:t>
    </dgm:pt>
    <dgm:pt modelId="{83AB9214-8ED2-0442-83BB-8C879326E268}" type="parTrans" cxnId="{E53C5326-3004-8B44-96B3-2A0BDCFCF7E3}">
      <dgm:prSet/>
      <dgm:spPr/>
      <dgm:t>
        <a:bodyPr/>
        <a:lstStyle/>
        <a:p>
          <a:endParaRPr lang="en-GB"/>
        </a:p>
      </dgm:t>
    </dgm:pt>
    <dgm:pt modelId="{98044676-D326-B64C-9BDF-15AF1EC310D0}" type="sibTrans" cxnId="{E53C5326-3004-8B44-96B3-2A0BDCFCF7E3}">
      <dgm:prSet/>
      <dgm:spPr/>
      <dgm:t>
        <a:bodyPr/>
        <a:lstStyle/>
        <a:p>
          <a:endParaRPr lang="en-GB"/>
        </a:p>
      </dgm:t>
    </dgm:pt>
    <dgm:pt modelId="{95C196FB-1BE3-3C43-B609-9D3A45EBC7C8}">
      <dgm:prSet phldrT="[Text]"/>
      <dgm:spPr/>
      <dgm:t>
        <a:bodyPr/>
        <a:lstStyle/>
        <a:p>
          <a:pPr rtl="0"/>
          <a:r>
            <a:rPr lang="en-SE" b="1" cap="none" spc="0">
              <a:effectLst/>
            </a:rPr>
            <a:t>Count matrices</a:t>
          </a:r>
          <a:endParaRPr lang="en-GB" dirty="0"/>
        </a:p>
      </dgm:t>
    </dgm:pt>
    <dgm:pt modelId="{3FC46270-8FA4-A64E-AD9B-19EF5C8A7ECD}" type="parTrans" cxnId="{F9BEAAC4-6528-5D4E-9824-E30CF263390D}">
      <dgm:prSet/>
      <dgm:spPr/>
      <dgm:t>
        <a:bodyPr/>
        <a:lstStyle/>
        <a:p>
          <a:endParaRPr lang="en-GB"/>
        </a:p>
      </dgm:t>
    </dgm:pt>
    <dgm:pt modelId="{C1FF7BFC-7DB1-1C49-9914-367FB0F3E586}" type="sibTrans" cxnId="{F9BEAAC4-6528-5D4E-9824-E30CF263390D}">
      <dgm:prSet/>
      <dgm:spPr/>
      <dgm:t>
        <a:bodyPr/>
        <a:lstStyle/>
        <a:p>
          <a:endParaRPr lang="en-GB"/>
        </a:p>
      </dgm:t>
    </dgm:pt>
    <dgm:pt modelId="{D9EF2826-1FA2-1941-81CF-175B7E287416}">
      <dgm:prSet phldrT="[Text]"/>
      <dgm:spPr/>
      <dgm:t>
        <a:bodyPr/>
        <a:lstStyle/>
        <a:p>
          <a:pPr rtl="0"/>
          <a:r>
            <a:rPr lang="en-SE" cap="none" spc="0" dirty="0">
              <a:effectLst/>
            </a:rPr>
            <a:t>CSV, TSV, TXT, MTX, HDF5</a:t>
          </a:r>
          <a:endParaRPr lang="en-GB" dirty="0"/>
        </a:p>
      </dgm:t>
    </dgm:pt>
    <dgm:pt modelId="{38870CE3-0F1F-D04F-B91F-2555C09C4F5E}" type="parTrans" cxnId="{305C8061-6150-804A-987B-AD2FE8BA667B}">
      <dgm:prSet/>
      <dgm:spPr/>
      <dgm:t>
        <a:bodyPr/>
        <a:lstStyle/>
        <a:p>
          <a:endParaRPr lang="en-GB"/>
        </a:p>
      </dgm:t>
    </dgm:pt>
    <dgm:pt modelId="{BC0484A9-EC3E-674D-8DB6-4073F48BDC30}" type="sibTrans" cxnId="{305C8061-6150-804A-987B-AD2FE8BA667B}">
      <dgm:prSet/>
      <dgm:spPr/>
      <dgm:t>
        <a:bodyPr/>
        <a:lstStyle/>
        <a:p>
          <a:endParaRPr lang="en-GB"/>
        </a:p>
      </dgm:t>
    </dgm:pt>
    <dgm:pt modelId="{E2D32311-3D22-6746-B423-6D09BBD1C059}">
      <dgm:prSet phldrT="[Text]"/>
      <dgm:spPr/>
      <dgm:t>
        <a:bodyPr/>
        <a:lstStyle/>
        <a:p>
          <a:pPr rtl="0"/>
          <a:r>
            <a:rPr lang="en-SE" b="1" cap="none" spc="0">
              <a:effectLst/>
            </a:rPr>
            <a:t>Metadata &amp; annotations</a:t>
          </a:r>
          <a:endParaRPr lang="en-GB" dirty="0"/>
        </a:p>
      </dgm:t>
    </dgm:pt>
    <dgm:pt modelId="{C9DF05C7-D67B-3D40-9B42-85EDD070360E}" type="parTrans" cxnId="{960E9164-ECFC-DC42-B3CC-2977356BC8CE}">
      <dgm:prSet/>
      <dgm:spPr/>
      <dgm:t>
        <a:bodyPr/>
        <a:lstStyle/>
        <a:p>
          <a:endParaRPr lang="en-GB"/>
        </a:p>
      </dgm:t>
    </dgm:pt>
    <dgm:pt modelId="{E273C730-CFA5-BC44-AEA5-1338AB460F17}" type="sibTrans" cxnId="{960E9164-ECFC-DC42-B3CC-2977356BC8CE}">
      <dgm:prSet/>
      <dgm:spPr/>
      <dgm:t>
        <a:bodyPr/>
        <a:lstStyle/>
        <a:p>
          <a:endParaRPr lang="en-GB"/>
        </a:p>
      </dgm:t>
    </dgm:pt>
    <dgm:pt modelId="{5238E768-3125-3A4F-90C9-4F6B74941AEB}">
      <dgm:prSet phldrT="[Text]"/>
      <dgm:spPr/>
      <dgm:t>
        <a:bodyPr/>
        <a:lstStyle/>
        <a:p>
          <a:pPr>
            <a:buNone/>
          </a:pPr>
          <a:r>
            <a:rPr lang="en-SE" cap="none" spc="0" dirty="0">
              <a:effectLst/>
            </a:rPr>
            <a:t>CSV, TSV, XLSX</a:t>
          </a:r>
          <a:endParaRPr lang="en-GB" dirty="0"/>
        </a:p>
      </dgm:t>
    </dgm:pt>
    <dgm:pt modelId="{53CA46BC-336D-A449-9C11-D5C8F7892512}" type="parTrans" cxnId="{F5063045-AA83-A74C-BD1A-B09D9C3CABAD}">
      <dgm:prSet/>
      <dgm:spPr/>
      <dgm:t>
        <a:bodyPr/>
        <a:lstStyle/>
        <a:p>
          <a:endParaRPr lang="en-GB"/>
        </a:p>
      </dgm:t>
    </dgm:pt>
    <dgm:pt modelId="{CC83964A-2F49-F843-868D-1CFDF3A083A5}" type="sibTrans" cxnId="{F5063045-AA83-A74C-BD1A-B09D9C3CABAD}">
      <dgm:prSet/>
      <dgm:spPr/>
      <dgm:t>
        <a:bodyPr/>
        <a:lstStyle/>
        <a:p>
          <a:endParaRPr lang="en-GB"/>
        </a:p>
      </dgm:t>
    </dgm:pt>
    <dgm:pt modelId="{82BD8D2B-9D7E-1644-8C32-F4564FB14583}">
      <dgm:prSet phldrT="[Text]"/>
      <dgm:spPr/>
      <dgm:t>
        <a:bodyPr/>
        <a:lstStyle/>
        <a:p>
          <a:pPr rtl="0"/>
          <a:r>
            <a:rPr lang="en-GB" dirty="0"/>
            <a:t>Images and cell coordinates</a:t>
          </a:r>
        </a:p>
      </dgm:t>
    </dgm:pt>
    <dgm:pt modelId="{D7F2B6D9-23BC-D64C-8B6A-B551097F6605}" type="parTrans" cxnId="{5B497743-D536-6D4E-8186-961609EBAC21}">
      <dgm:prSet/>
      <dgm:spPr/>
      <dgm:t>
        <a:bodyPr/>
        <a:lstStyle/>
        <a:p>
          <a:endParaRPr lang="en-GB"/>
        </a:p>
      </dgm:t>
    </dgm:pt>
    <dgm:pt modelId="{4C3091DA-1E0C-5A40-9968-46448CE5C9BD}" type="sibTrans" cxnId="{5B497743-D536-6D4E-8186-961609EBAC21}">
      <dgm:prSet/>
      <dgm:spPr/>
      <dgm:t>
        <a:bodyPr/>
        <a:lstStyle/>
        <a:p>
          <a:endParaRPr lang="en-GB"/>
        </a:p>
      </dgm:t>
    </dgm:pt>
    <dgm:pt modelId="{16544F22-9EF9-D84E-8A64-BD9BE9646556}">
      <dgm:prSet phldrT="[Text]"/>
      <dgm:spPr/>
      <dgm:t>
        <a:bodyPr/>
        <a:lstStyle/>
        <a:p>
          <a:pPr>
            <a:buNone/>
          </a:pPr>
          <a:r>
            <a:rPr lang="en-SE" dirty="0"/>
            <a:t>TIFF, PNG, JPEG, CSV, Parquet, Zarr</a:t>
          </a:r>
          <a:endParaRPr lang="en-GB" dirty="0"/>
        </a:p>
      </dgm:t>
    </dgm:pt>
    <dgm:pt modelId="{A70C85A1-1882-1E4A-8243-01C2057C169B}" type="parTrans" cxnId="{D2E6741B-176E-CD49-B6A1-9C22F4D097CB}">
      <dgm:prSet/>
      <dgm:spPr/>
      <dgm:t>
        <a:bodyPr/>
        <a:lstStyle/>
        <a:p>
          <a:endParaRPr lang="en-GB"/>
        </a:p>
      </dgm:t>
    </dgm:pt>
    <dgm:pt modelId="{2ABB8F3F-0FF7-6943-AFFD-3B572FFBD5F4}" type="sibTrans" cxnId="{D2E6741B-176E-CD49-B6A1-9C22F4D097CB}">
      <dgm:prSet/>
      <dgm:spPr/>
      <dgm:t>
        <a:bodyPr/>
        <a:lstStyle/>
        <a:p>
          <a:endParaRPr lang="en-GB"/>
        </a:p>
      </dgm:t>
    </dgm:pt>
    <dgm:pt modelId="{B437745A-ED69-3946-92D7-D5F619CEA528}" type="pres">
      <dgm:prSet presAssocID="{E65C4EC6-793E-7744-A2FE-0D219EFE642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C6E37EE-2C46-1E48-B728-76562D2D1F65}" type="pres">
      <dgm:prSet presAssocID="{944D87CA-8F84-7F40-9E3A-6038F24F2A75}" presName="root1" presStyleCnt="0"/>
      <dgm:spPr/>
    </dgm:pt>
    <dgm:pt modelId="{3DCA2A8B-47B7-F24C-85EB-06B7B9183F03}" type="pres">
      <dgm:prSet presAssocID="{944D87CA-8F84-7F40-9E3A-6038F24F2A75}" presName="LevelOneTextNode" presStyleLbl="node0" presStyleIdx="0" presStyleCnt="1">
        <dgm:presLayoutVars>
          <dgm:chPref val="3"/>
        </dgm:presLayoutVars>
      </dgm:prSet>
      <dgm:spPr/>
    </dgm:pt>
    <dgm:pt modelId="{2EB67EA9-24C1-274A-B770-82890BC776F7}" type="pres">
      <dgm:prSet presAssocID="{944D87CA-8F84-7F40-9E3A-6038F24F2A75}" presName="level2hierChild" presStyleCnt="0"/>
      <dgm:spPr/>
    </dgm:pt>
    <dgm:pt modelId="{1D5D8276-51E2-FD42-9CC7-BF696A382B84}" type="pres">
      <dgm:prSet presAssocID="{3FC46270-8FA4-A64E-AD9B-19EF5C8A7ECD}" presName="conn2-1" presStyleLbl="parChTrans1D2" presStyleIdx="0" presStyleCnt="3"/>
      <dgm:spPr/>
    </dgm:pt>
    <dgm:pt modelId="{60FD698C-7691-AD4C-8373-8D5D57DBAB2C}" type="pres">
      <dgm:prSet presAssocID="{3FC46270-8FA4-A64E-AD9B-19EF5C8A7ECD}" presName="connTx" presStyleLbl="parChTrans1D2" presStyleIdx="0" presStyleCnt="3"/>
      <dgm:spPr/>
    </dgm:pt>
    <dgm:pt modelId="{EAB545E4-98AC-4940-A011-4847D5AA1FA9}" type="pres">
      <dgm:prSet presAssocID="{95C196FB-1BE3-3C43-B609-9D3A45EBC7C8}" presName="root2" presStyleCnt="0"/>
      <dgm:spPr/>
    </dgm:pt>
    <dgm:pt modelId="{22847D81-6191-B142-AE78-E6FE21B220BD}" type="pres">
      <dgm:prSet presAssocID="{95C196FB-1BE3-3C43-B609-9D3A45EBC7C8}" presName="LevelTwoTextNode" presStyleLbl="node2" presStyleIdx="0" presStyleCnt="3">
        <dgm:presLayoutVars>
          <dgm:chPref val="3"/>
        </dgm:presLayoutVars>
      </dgm:prSet>
      <dgm:spPr/>
    </dgm:pt>
    <dgm:pt modelId="{FB0E6DB3-8AFA-CE4D-81D8-4C3BFE1399EB}" type="pres">
      <dgm:prSet presAssocID="{95C196FB-1BE3-3C43-B609-9D3A45EBC7C8}" presName="level3hierChild" presStyleCnt="0"/>
      <dgm:spPr/>
    </dgm:pt>
    <dgm:pt modelId="{F27358B3-40A2-7B45-8157-20106A2118A6}" type="pres">
      <dgm:prSet presAssocID="{38870CE3-0F1F-D04F-B91F-2555C09C4F5E}" presName="conn2-1" presStyleLbl="parChTrans1D3" presStyleIdx="0" presStyleCnt="3"/>
      <dgm:spPr/>
    </dgm:pt>
    <dgm:pt modelId="{1E3D9553-0592-6349-B1D7-9B09C951EABE}" type="pres">
      <dgm:prSet presAssocID="{38870CE3-0F1F-D04F-B91F-2555C09C4F5E}" presName="connTx" presStyleLbl="parChTrans1D3" presStyleIdx="0" presStyleCnt="3"/>
      <dgm:spPr/>
    </dgm:pt>
    <dgm:pt modelId="{3ABDB934-4552-4B43-99AB-7A7AFEA4DC3D}" type="pres">
      <dgm:prSet presAssocID="{D9EF2826-1FA2-1941-81CF-175B7E287416}" presName="root2" presStyleCnt="0"/>
      <dgm:spPr/>
    </dgm:pt>
    <dgm:pt modelId="{8EA703F7-705C-3E4D-85BF-34B598FDE4D5}" type="pres">
      <dgm:prSet presAssocID="{D9EF2826-1FA2-1941-81CF-175B7E287416}" presName="LevelTwoTextNode" presStyleLbl="node3" presStyleIdx="0" presStyleCnt="3">
        <dgm:presLayoutVars>
          <dgm:chPref val="3"/>
        </dgm:presLayoutVars>
      </dgm:prSet>
      <dgm:spPr/>
    </dgm:pt>
    <dgm:pt modelId="{F79F0840-69C3-3D4D-A3E4-11CC1DFE500C}" type="pres">
      <dgm:prSet presAssocID="{D9EF2826-1FA2-1941-81CF-175B7E287416}" presName="level3hierChild" presStyleCnt="0"/>
      <dgm:spPr/>
    </dgm:pt>
    <dgm:pt modelId="{E7FC5B57-0C14-6E49-B1F4-C0658C644B30}" type="pres">
      <dgm:prSet presAssocID="{C9DF05C7-D67B-3D40-9B42-85EDD070360E}" presName="conn2-1" presStyleLbl="parChTrans1D2" presStyleIdx="1" presStyleCnt="3"/>
      <dgm:spPr/>
    </dgm:pt>
    <dgm:pt modelId="{80F67160-07F8-4E41-9F9E-DA60D508A134}" type="pres">
      <dgm:prSet presAssocID="{C9DF05C7-D67B-3D40-9B42-85EDD070360E}" presName="connTx" presStyleLbl="parChTrans1D2" presStyleIdx="1" presStyleCnt="3"/>
      <dgm:spPr/>
    </dgm:pt>
    <dgm:pt modelId="{F2CB8115-4EF4-E84F-A061-8FB29CABE588}" type="pres">
      <dgm:prSet presAssocID="{E2D32311-3D22-6746-B423-6D09BBD1C059}" presName="root2" presStyleCnt="0"/>
      <dgm:spPr/>
    </dgm:pt>
    <dgm:pt modelId="{46432C19-1F07-BE4D-B1EA-2D2413ED4120}" type="pres">
      <dgm:prSet presAssocID="{E2D32311-3D22-6746-B423-6D09BBD1C059}" presName="LevelTwoTextNode" presStyleLbl="node2" presStyleIdx="1" presStyleCnt="3">
        <dgm:presLayoutVars>
          <dgm:chPref val="3"/>
        </dgm:presLayoutVars>
      </dgm:prSet>
      <dgm:spPr/>
    </dgm:pt>
    <dgm:pt modelId="{62A19D23-62F4-124C-9735-3377CF078430}" type="pres">
      <dgm:prSet presAssocID="{E2D32311-3D22-6746-B423-6D09BBD1C059}" presName="level3hierChild" presStyleCnt="0"/>
      <dgm:spPr/>
    </dgm:pt>
    <dgm:pt modelId="{A246456E-0BB3-A146-9AFC-740D996CD89C}" type="pres">
      <dgm:prSet presAssocID="{53CA46BC-336D-A449-9C11-D5C8F7892512}" presName="conn2-1" presStyleLbl="parChTrans1D3" presStyleIdx="1" presStyleCnt="3"/>
      <dgm:spPr/>
    </dgm:pt>
    <dgm:pt modelId="{D35BC73F-3A5E-EB41-9046-F30BF86E51EC}" type="pres">
      <dgm:prSet presAssocID="{53CA46BC-336D-A449-9C11-D5C8F7892512}" presName="connTx" presStyleLbl="parChTrans1D3" presStyleIdx="1" presStyleCnt="3"/>
      <dgm:spPr/>
    </dgm:pt>
    <dgm:pt modelId="{1237EA5C-3B53-A54C-B0C5-34F73E769562}" type="pres">
      <dgm:prSet presAssocID="{5238E768-3125-3A4F-90C9-4F6B74941AEB}" presName="root2" presStyleCnt="0"/>
      <dgm:spPr/>
    </dgm:pt>
    <dgm:pt modelId="{1B898AD8-369C-9A4A-AFB3-65F0E8CC3324}" type="pres">
      <dgm:prSet presAssocID="{5238E768-3125-3A4F-90C9-4F6B74941AEB}" presName="LevelTwoTextNode" presStyleLbl="node3" presStyleIdx="1" presStyleCnt="3">
        <dgm:presLayoutVars>
          <dgm:chPref val="3"/>
        </dgm:presLayoutVars>
      </dgm:prSet>
      <dgm:spPr/>
    </dgm:pt>
    <dgm:pt modelId="{FFDB70DD-87E7-524B-AB75-1B403AA12DEF}" type="pres">
      <dgm:prSet presAssocID="{5238E768-3125-3A4F-90C9-4F6B74941AEB}" presName="level3hierChild" presStyleCnt="0"/>
      <dgm:spPr/>
    </dgm:pt>
    <dgm:pt modelId="{34E8EA03-6774-0244-8767-6C588351A049}" type="pres">
      <dgm:prSet presAssocID="{D7F2B6D9-23BC-D64C-8B6A-B551097F6605}" presName="conn2-1" presStyleLbl="parChTrans1D2" presStyleIdx="2" presStyleCnt="3"/>
      <dgm:spPr/>
    </dgm:pt>
    <dgm:pt modelId="{F23A0A4D-FA33-954A-8F61-5AEACDB7C5C9}" type="pres">
      <dgm:prSet presAssocID="{D7F2B6D9-23BC-D64C-8B6A-B551097F6605}" presName="connTx" presStyleLbl="parChTrans1D2" presStyleIdx="2" presStyleCnt="3"/>
      <dgm:spPr/>
    </dgm:pt>
    <dgm:pt modelId="{3F761A7D-4419-8B40-96E4-805248A055EB}" type="pres">
      <dgm:prSet presAssocID="{82BD8D2B-9D7E-1644-8C32-F4564FB14583}" presName="root2" presStyleCnt="0"/>
      <dgm:spPr/>
    </dgm:pt>
    <dgm:pt modelId="{617A9541-C2EC-5640-991E-C2DA3BD013D6}" type="pres">
      <dgm:prSet presAssocID="{82BD8D2B-9D7E-1644-8C32-F4564FB14583}" presName="LevelTwoTextNode" presStyleLbl="node2" presStyleIdx="2" presStyleCnt="3">
        <dgm:presLayoutVars>
          <dgm:chPref val="3"/>
        </dgm:presLayoutVars>
      </dgm:prSet>
      <dgm:spPr/>
    </dgm:pt>
    <dgm:pt modelId="{CFFEA7C7-8CB8-074F-BA62-E8DC88A61ED0}" type="pres">
      <dgm:prSet presAssocID="{82BD8D2B-9D7E-1644-8C32-F4564FB14583}" presName="level3hierChild" presStyleCnt="0"/>
      <dgm:spPr/>
    </dgm:pt>
    <dgm:pt modelId="{57C3F13C-D194-ED4E-A04B-DDCA34F1C017}" type="pres">
      <dgm:prSet presAssocID="{A70C85A1-1882-1E4A-8243-01C2057C169B}" presName="conn2-1" presStyleLbl="parChTrans1D3" presStyleIdx="2" presStyleCnt="3"/>
      <dgm:spPr/>
    </dgm:pt>
    <dgm:pt modelId="{0E41994E-FD31-2245-B300-3EED3B553E10}" type="pres">
      <dgm:prSet presAssocID="{A70C85A1-1882-1E4A-8243-01C2057C169B}" presName="connTx" presStyleLbl="parChTrans1D3" presStyleIdx="2" presStyleCnt="3"/>
      <dgm:spPr/>
    </dgm:pt>
    <dgm:pt modelId="{A0287DA0-AF1F-ED46-A1F0-E1EF73161D3C}" type="pres">
      <dgm:prSet presAssocID="{16544F22-9EF9-D84E-8A64-BD9BE9646556}" presName="root2" presStyleCnt="0"/>
      <dgm:spPr/>
    </dgm:pt>
    <dgm:pt modelId="{DC58AC1E-0C00-C647-9184-C2ADA44CE80F}" type="pres">
      <dgm:prSet presAssocID="{16544F22-9EF9-D84E-8A64-BD9BE9646556}" presName="LevelTwoTextNode" presStyleLbl="node3" presStyleIdx="2" presStyleCnt="3">
        <dgm:presLayoutVars>
          <dgm:chPref val="3"/>
        </dgm:presLayoutVars>
      </dgm:prSet>
      <dgm:spPr/>
    </dgm:pt>
    <dgm:pt modelId="{29512409-D207-4641-B5B7-1A4E51129E93}" type="pres">
      <dgm:prSet presAssocID="{16544F22-9EF9-D84E-8A64-BD9BE9646556}" presName="level3hierChild" presStyleCnt="0"/>
      <dgm:spPr/>
    </dgm:pt>
  </dgm:ptLst>
  <dgm:cxnLst>
    <dgm:cxn modelId="{90B51205-C0FF-3B4C-AF89-7BFBED72FFC4}" type="presOf" srcId="{82BD8D2B-9D7E-1644-8C32-F4564FB14583}" destId="{617A9541-C2EC-5640-991E-C2DA3BD013D6}" srcOrd="0" destOrd="0" presId="urn:microsoft.com/office/officeart/2005/8/layout/hierarchy2"/>
    <dgm:cxn modelId="{CC762A14-41F4-7A40-8A76-E85F66E11A48}" type="presOf" srcId="{3FC46270-8FA4-A64E-AD9B-19EF5C8A7ECD}" destId="{60FD698C-7691-AD4C-8373-8D5D57DBAB2C}" srcOrd="1" destOrd="0" presId="urn:microsoft.com/office/officeart/2005/8/layout/hierarchy2"/>
    <dgm:cxn modelId="{D2E6741B-176E-CD49-B6A1-9C22F4D097CB}" srcId="{82BD8D2B-9D7E-1644-8C32-F4564FB14583}" destId="{16544F22-9EF9-D84E-8A64-BD9BE9646556}" srcOrd="0" destOrd="0" parTransId="{A70C85A1-1882-1E4A-8243-01C2057C169B}" sibTransId="{2ABB8F3F-0FF7-6943-AFFD-3B572FFBD5F4}"/>
    <dgm:cxn modelId="{E53C5326-3004-8B44-96B3-2A0BDCFCF7E3}" srcId="{E65C4EC6-793E-7744-A2FE-0D219EFE642A}" destId="{944D87CA-8F84-7F40-9E3A-6038F24F2A75}" srcOrd="0" destOrd="0" parTransId="{83AB9214-8ED2-0442-83BB-8C879326E268}" sibTransId="{98044676-D326-B64C-9BDF-15AF1EC310D0}"/>
    <dgm:cxn modelId="{9EB18B2B-5182-514E-A78A-15F1C338E3F0}" type="presOf" srcId="{C9DF05C7-D67B-3D40-9B42-85EDD070360E}" destId="{80F67160-07F8-4E41-9F9E-DA60D508A134}" srcOrd="1" destOrd="0" presId="urn:microsoft.com/office/officeart/2005/8/layout/hierarchy2"/>
    <dgm:cxn modelId="{757D4340-7FB3-BF4D-B962-B71B8B822055}" type="presOf" srcId="{D7F2B6D9-23BC-D64C-8B6A-B551097F6605}" destId="{F23A0A4D-FA33-954A-8F61-5AEACDB7C5C9}" srcOrd="1" destOrd="0" presId="urn:microsoft.com/office/officeart/2005/8/layout/hierarchy2"/>
    <dgm:cxn modelId="{677B3E42-BA96-FD48-9843-C03ABA0F2EED}" type="presOf" srcId="{C9DF05C7-D67B-3D40-9B42-85EDD070360E}" destId="{E7FC5B57-0C14-6E49-B1F4-C0658C644B30}" srcOrd="0" destOrd="0" presId="urn:microsoft.com/office/officeart/2005/8/layout/hierarchy2"/>
    <dgm:cxn modelId="{5B497743-D536-6D4E-8186-961609EBAC21}" srcId="{944D87CA-8F84-7F40-9E3A-6038F24F2A75}" destId="{82BD8D2B-9D7E-1644-8C32-F4564FB14583}" srcOrd="2" destOrd="0" parTransId="{D7F2B6D9-23BC-D64C-8B6A-B551097F6605}" sibTransId="{4C3091DA-1E0C-5A40-9968-46448CE5C9BD}"/>
    <dgm:cxn modelId="{F5063045-AA83-A74C-BD1A-B09D9C3CABAD}" srcId="{E2D32311-3D22-6746-B423-6D09BBD1C059}" destId="{5238E768-3125-3A4F-90C9-4F6B74941AEB}" srcOrd="0" destOrd="0" parTransId="{53CA46BC-336D-A449-9C11-D5C8F7892512}" sibTransId="{CC83964A-2F49-F843-868D-1CFDF3A083A5}"/>
    <dgm:cxn modelId="{FEA2F04F-AA98-5145-84C2-03380C2BC478}" type="presOf" srcId="{D9EF2826-1FA2-1941-81CF-175B7E287416}" destId="{8EA703F7-705C-3E4D-85BF-34B598FDE4D5}" srcOrd="0" destOrd="0" presId="urn:microsoft.com/office/officeart/2005/8/layout/hierarchy2"/>
    <dgm:cxn modelId="{BBF1C558-4C43-F14F-90F0-AA06EA036592}" type="presOf" srcId="{38870CE3-0F1F-D04F-B91F-2555C09C4F5E}" destId="{F27358B3-40A2-7B45-8157-20106A2118A6}" srcOrd="0" destOrd="0" presId="urn:microsoft.com/office/officeart/2005/8/layout/hierarchy2"/>
    <dgm:cxn modelId="{D589FF5A-E201-B847-B34D-87109B5C66B2}" type="presOf" srcId="{A70C85A1-1882-1E4A-8243-01C2057C169B}" destId="{57C3F13C-D194-ED4E-A04B-DDCA34F1C017}" srcOrd="0" destOrd="0" presId="urn:microsoft.com/office/officeart/2005/8/layout/hierarchy2"/>
    <dgm:cxn modelId="{6FFDA35D-C796-D945-AC85-1A075324F2BC}" type="presOf" srcId="{16544F22-9EF9-D84E-8A64-BD9BE9646556}" destId="{DC58AC1E-0C00-C647-9184-C2ADA44CE80F}" srcOrd="0" destOrd="0" presId="urn:microsoft.com/office/officeart/2005/8/layout/hierarchy2"/>
    <dgm:cxn modelId="{305C8061-6150-804A-987B-AD2FE8BA667B}" srcId="{95C196FB-1BE3-3C43-B609-9D3A45EBC7C8}" destId="{D9EF2826-1FA2-1941-81CF-175B7E287416}" srcOrd="0" destOrd="0" parTransId="{38870CE3-0F1F-D04F-B91F-2555C09C4F5E}" sibTransId="{BC0484A9-EC3E-674D-8DB6-4073F48BDC30}"/>
    <dgm:cxn modelId="{960E9164-ECFC-DC42-B3CC-2977356BC8CE}" srcId="{944D87CA-8F84-7F40-9E3A-6038F24F2A75}" destId="{E2D32311-3D22-6746-B423-6D09BBD1C059}" srcOrd="1" destOrd="0" parTransId="{C9DF05C7-D67B-3D40-9B42-85EDD070360E}" sibTransId="{E273C730-CFA5-BC44-AEA5-1338AB460F17}"/>
    <dgm:cxn modelId="{27C5A97C-D8C0-A340-9F7C-D913575606AA}" type="presOf" srcId="{E2D32311-3D22-6746-B423-6D09BBD1C059}" destId="{46432C19-1F07-BE4D-B1EA-2D2413ED4120}" srcOrd="0" destOrd="0" presId="urn:microsoft.com/office/officeart/2005/8/layout/hierarchy2"/>
    <dgm:cxn modelId="{DB06A28C-346D-0B41-A7F8-55FA155901C9}" type="presOf" srcId="{95C196FB-1BE3-3C43-B609-9D3A45EBC7C8}" destId="{22847D81-6191-B142-AE78-E6FE21B220BD}" srcOrd="0" destOrd="0" presId="urn:microsoft.com/office/officeart/2005/8/layout/hierarchy2"/>
    <dgm:cxn modelId="{0E75D39B-6E87-C94B-91B3-F2B5863551F6}" type="presOf" srcId="{944D87CA-8F84-7F40-9E3A-6038F24F2A75}" destId="{3DCA2A8B-47B7-F24C-85EB-06B7B9183F03}" srcOrd="0" destOrd="0" presId="urn:microsoft.com/office/officeart/2005/8/layout/hierarchy2"/>
    <dgm:cxn modelId="{71C932AD-9D6D-3E43-9D1F-439A76F0B231}" type="presOf" srcId="{A70C85A1-1882-1E4A-8243-01C2057C169B}" destId="{0E41994E-FD31-2245-B300-3EED3B553E10}" srcOrd="1" destOrd="0" presId="urn:microsoft.com/office/officeart/2005/8/layout/hierarchy2"/>
    <dgm:cxn modelId="{637D70C0-B831-DE4B-8EBC-821C97C1A941}" type="presOf" srcId="{5238E768-3125-3A4F-90C9-4F6B74941AEB}" destId="{1B898AD8-369C-9A4A-AFB3-65F0E8CC3324}" srcOrd="0" destOrd="0" presId="urn:microsoft.com/office/officeart/2005/8/layout/hierarchy2"/>
    <dgm:cxn modelId="{F9BEAAC4-6528-5D4E-9824-E30CF263390D}" srcId="{944D87CA-8F84-7F40-9E3A-6038F24F2A75}" destId="{95C196FB-1BE3-3C43-B609-9D3A45EBC7C8}" srcOrd="0" destOrd="0" parTransId="{3FC46270-8FA4-A64E-AD9B-19EF5C8A7ECD}" sibTransId="{C1FF7BFC-7DB1-1C49-9914-367FB0F3E586}"/>
    <dgm:cxn modelId="{E0FE5DF2-BCD1-C541-8D2A-D5D456986B35}" type="presOf" srcId="{53CA46BC-336D-A449-9C11-D5C8F7892512}" destId="{A246456E-0BB3-A146-9AFC-740D996CD89C}" srcOrd="0" destOrd="0" presId="urn:microsoft.com/office/officeart/2005/8/layout/hierarchy2"/>
    <dgm:cxn modelId="{99A698F2-DE45-1C45-B43F-37CD987B4A83}" type="presOf" srcId="{53CA46BC-336D-A449-9C11-D5C8F7892512}" destId="{D35BC73F-3A5E-EB41-9046-F30BF86E51EC}" srcOrd="1" destOrd="0" presId="urn:microsoft.com/office/officeart/2005/8/layout/hierarchy2"/>
    <dgm:cxn modelId="{448664F3-6D92-7144-AFAB-6BF268A02EF5}" type="presOf" srcId="{E65C4EC6-793E-7744-A2FE-0D219EFE642A}" destId="{B437745A-ED69-3946-92D7-D5F619CEA528}" srcOrd="0" destOrd="0" presId="urn:microsoft.com/office/officeart/2005/8/layout/hierarchy2"/>
    <dgm:cxn modelId="{7920F0F5-894D-424D-8860-D52E7A850C4E}" type="presOf" srcId="{38870CE3-0F1F-D04F-B91F-2555C09C4F5E}" destId="{1E3D9553-0592-6349-B1D7-9B09C951EABE}" srcOrd="1" destOrd="0" presId="urn:microsoft.com/office/officeart/2005/8/layout/hierarchy2"/>
    <dgm:cxn modelId="{250411F7-52FE-BD45-B429-C6C5D9A7DCC3}" type="presOf" srcId="{3FC46270-8FA4-A64E-AD9B-19EF5C8A7ECD}" destId="{1D5D8276-51E2-FD42-9CC7-BF696A382B84}" srcOrd="0" destOrd="0" presId="urn:microsoft.com/office/officeart/2005/8/layout/hierarchy2"/>
    <dgm:cxn modelId="{307FD0FC-B5E8-0E40-9E62-1602CF673842}" type="presOf" srcId="{D7F2B6D9-23BC-D64C-8B6A-B551097F6605}" destId="{34E8EA03-6774-0244-8767-6C588351A049}" srcOrd="0" destOrd="0" presId="urn:microsoft.com/office/officeart/2005/8/layout/hierarchy2"/>
    <dgm:cxn modelId="{DC7AA4E4-228E-054E-8CC2-B4ADE850895C}" type="presParOf" srcId="{B437745A-ED69-3946-92D7-D5F619CEA528}" destId="{CC6E37EE-2C46-1E48-B728-76562D2D1F65}" srcOrd="0" destOrd="0" presId="urn:microsoft.com/office/officeart/2005/8/layout/hierarchy2"/>
    <dgm:cxn modelId="{18308DC5-9F61-804F-A93E-763B1B3C606B}" type="presParOf" srcId="{CC6E37EE-2C46-1E48-B728-76562D2D1F65}" destId="{3DCA2A8B-47B7-F24C-85EB-06B7B9183F03}" srcOrd="0" destOrd="0" presId="urn:microsoft.com/office/officeart/2005/8/layout/hierarchy2"/>
    <dgm:cxn modelId="{585FA733-AA17-D448-A85C-814CE83A1BE3}" type="presParOf" srcId="{CC6E37EE-2C46-1E48-B728-76562D2D1F65}" destId="{2EB67EA9-24C1-274A-B770-82890BC776F7}" srcOrd="1" destOrd="0" presId="urn:microsoft.com/office/officeart/2005/8/layout/hierarchy2"/>
    <dgm:cxn modelId="{EAA5D6E2-1E7A-B245-9E6D-078B5ED294BB}" type="presParOf" srcId="{2EB67EA9-24C1-274A-B770-82890BC776F7}" destId="{1D5D8276-51E2-FD42-9CC7-BF696A382B84}" srcOrd="0" destOrd="0" presId="urn:microsoft.com/office/officeart/2005/8/layout/hierarchy2"/>
    <dgm:cxn modelId="{FF34E783-6C02-744E-90B4-D41D16D7276E}" type="presParOf" srcId="{1D5D8276-51E2-FD42-9CC7-BF696A382B84}" destId="{60FD698C-7691-AD4C-8373-8D5D57DBAB2C}" srcOrd="0" destOrd="0" presId="urn:microsoft.com/office/officeart/2005/8/layout/hierarchy2"/>
    <dgm:cxn modelId="{F794CB07-0DE1-054C-9FA5-62AAFB369B81}" type="presParOf" srcId="{2EB67EA9-24C1-274A-B770-82890BC776F7}" destId="{EAB545E4-98AC-4940-A011-4847D5AA1FA9}" srcOrd="1" destOrd="0" presId="urn:microsoft.com/office/officeart/2005/8/layout/hierarchy2"/>
    <dgm:cxn modelId="{808ECE87-4F38-1146-81C0-9D02075912DB}" type="presParOf" srcId="{EAB545E4-98AC-4940-A011-4847D5AA1FA9}" destId="{22847D81-6191-B142-AE78-E6FE21B220BD}" srcOrd="0" destOrd="0" presId="urn:microsoft.com/office/officeart/2005/8/layout/hierarchy2"/>
    <dgm:cxn modelId="{D9130AA7-4651-2548-B79A-222F052A1BD1}" type="presParOf" srcId="{EAB545E4-98AC-4940-A011-4847D5AA1FA9}" destId="{FB0E6DB3-8AFA-CE4D-81D8-4C3BFE1399EB}" srcOrd="1" destOrd="0" presId="urn:microsoft.com/office/officeart/2005/8/layout/hierarchy2"/>
    <dgm:cxn modelId="{DDA941BA-A555-ED4A-8F28-703B87B9CF60}" type="presParOf" srcId="{FB0E6DB3-8AFA-CE4D-81D8-4C3BFE1399EB}" destId="{F27358B3-40A2-7B45-8157-20106A2118A6}" srcOrd="0" destOrd="0" presId="urn:microsoft.com/office/officeart/2005/8/layout/hierarchy2"/>
    <dgm:cxn modelId="{BD97CA03-E555-6848-8DF3-26149D4266DC}" type="presParOf" srcId="{F27358B3-40A2-7B45-8157-20106A2118A6}" destId="{1E3D9553-0592-6349-B1D7-9B09C951EABE}" srcOrd="0" destOrd="0" presId="urn:microsoft.com/office/officeart/2005/8/layout/hierarchy2"/>
    <dgm:cxn modelId="{D8CE5187-7717-114D-85A8-8AD5106F4328}" type="presParOf" srcId="{FB0E6DB3-8AFA-CE4D-81D8-4C3BFE1399EB}" destId="{3ABDB934-4552-4B43-99AB-7A7AFEA4DC3D}" srcOrd="1" destOrd="0" presId="urn:microsoft.com/office/officeart/2005/8/layout/hierarchy2"/>
    <dgm:cxn modelId="{41E43883-2EF0-D143-88AF-3C5AC803DD8A}" type="presParOf" srcId="{3ABDB934-4552-4B43-99AB-7A7AFEA4DC3D}" destId="{8EA703F7-705C-3E4D-85BF-34B598FDE4D5}" srcOrd="0" destOrd="0" presId="urn:microsoft.com/office/officeart/2005/8/layout/hierarchy2"/>
    <dgm:cxn modelId="{112C5216-DAE5-3647-8020-18F56F8CE0C4}" type="presParOf" srcId="{3ABDB934-4552-4B43-99AB-7A7AFEA4DC3D}" destId="{F79F0840-69C3-3D4D-A3E4-11CC1DFE500C}" srcOrd="1" destOrd="0" presId="urn:microsoft.com/office/officeart/2005/8/layout/hierarchy2"/>
    <dgm:cxn modelId="{E6079C0A-65B7-5C47-8DE1-142164409F66}" type="presParOf" srcId="{2EB67EA9-24C1-274A-B770-82890BC776F7}" destId="{E7FC5B57-0C14-6E49-B1F4-C0658C644B30}" srcOrd="2" destOrd="0" presId="urn:microsoft.com/office/officeart/2005/8/layout/hierarchy2"/>
    <dgm:cxn modelId="{FB49162E-988B-0342-9902-F07AAC920DD4}" type="presParOf" srcId="{E7FC5B57-0C14-6E49-B1F4-C0658C644B30}" destId="{80F67160-07F8-4E41-9F9E-DA60D508A134}" srcOrd="0" destOrd="0" presId="urn:microsoft.com/office/officeart/2005/8/layout/hierarchy2"/>
    <dgm:cxn modelId="{791AB5F4-0191-0244-9AAF-20126C76B987}" type="presParOf" srcId="{2EB67EA9-24C1-274A-B770-82890BC776F7}" destId="{F2CB8115-4EF4-E84F-A061-8FB29CABE588}" srcOrd="3" destOrd="0" presId="urn:microsoft.com/office/officeart/2005/8/layout/hierarchy2"/>
    <dgm:cxn modelId="{080FA475-5E52-3D46-9DA7-12F8C3E71290}" type="presParOf" srcId="{F2CB8115-4EF4-E84F-A061-8FB29CABE588}" destId="{46432C19-1F07-BE4D-B1EA-2D2413ED4120}" srcOrd="0" destOrd="0" presId="urn:microsoft.com/office/officeart/2005/8/layout/hierarchy2"/>
    <dgm:cxn modelId="{3270BE45-7D24-6948-B775-1D79EED63F6A}" type="presParOf" srcId="{F2CB8115-4EF4-E84F-A061-8FB29CABE588}" destId="{62A19D23-62F4-124C-9735-3377CF078430}" srcOrd="1" destOrd="0" presId="urn:microsoft.com/office/officeart/2005/8/layout/hierarchy2"/>
    <dgm:cxn modelId="{E2B12E4D-755F-8345-860D-C983D7445EBD}" type="presParOf" srcId="{62A19D23-62F4-124C-9735-3377CF078430}" destId="{A246456E-0BB3-A146-9AFC-740D996CD89C}" srcOrd="0" destOrd="0" presId="urn:microsoft.com/office/officeart/2005/8/layout/hierarchy2"/>
    <dgm:cxn modelId="{DED96AAE-4090-5346-A472-2813A46762D7}" type="presParOf" srcId="{A246456E-0BB3-A146-9AFC-740D996CD89C}" destId="{D35BC73F-3A5E-EB41-9046-F30BF86E51EC}" srcOrd="0" destOrd="0" presId="urn:microsoft.com/office/officeart/2005/8/layout/hierarchy2"/>
    <dgm:cxn modelId="{C7FC7A0E-5123-FC43-BE2E-36EED1FBD8FA}" type="presParOf" srcId="{62A19D23-62F4-124C-9735-3377CF078430}" destId="{1237EA5C-3B53-A54C-B0C5-34F73E769562}" srcOrd="1" destOrd="0" presId="urn:microsoft.com/office/officeart/2005/8/layout/hierarchy2"/>
    <dgm:cxn modelId="{15847C93-D760-0443-BEA9-5D3B234A443F}" type="presParOf" srcId="{1237EA5C-3B53-A54C-B0C5-34F73E769562}" destId="{1B898AD8-369C-9A4A-AFB3-65F0E8CC3324}" srcOrd="0" destOrd="0" presId="urn:microsoft.com/office/officeart/2005/8/layout/hierarchy2"/>
    <dgm:cxn modelId="{0EDCE88F-F5BF-CA44-B69E-D7C9339DFFDE}" type="presParOf" srcId="{1237EA5C-3B53-A54C-B0C5-34F73E769562}" destId="{FFDB70DD-87E7-524B-AB75-1B403AA12DEF}" srcOrd="1" destOrd="0" presId="urn:microsoft.com/office/officeart/2005/8/layout/hierarchy2"/>
    <dgm:cxn modelId="{9E06C86B-689A-2442-A0DA-B0121EF34B25}" type="presParOf" srcId="{2EB67EA9-24C1-274A-B770-82890BC776F7}" destId="{34E8EA03-6774-0244-8767-6C588351A049}" srcOrd="4" destOrd="0" presId="urn:microsoft.com/office/officeart/2005/8/layout/hierarchy2"/>
    <dgm:cxn modelId="{C5265C4E-6EF5-0F48-BE3B-B8AAAD716E79}" type="presParOf" srcId="{34E8EA03-6774-0244-8767-6C588351A049}" destId="{F23A0A4D-FA33-954A-8F61-5AEACDB7C5C9}" srcOrd="0" destOrd="0" presId="urn:microsoft.com/office/officeart/2005/8/layout/hierarchy2"/>
    <dgm:cxn modelId="{E4F02EC8-8F2A-8842-815F-904DFE9210F5}" type="presParOf" srcId="{2EB67EA9-24C1-274A-B770-82890BC776F7}" destId="{3F761A7D-4419-8B40-96E4-805248A055EB}" srcOrd="5" destOrd="0" presId="urn:microsoft.com/office/officeart/2005/8/layout/hierarchy2"/>
    <dgm:cxn modelId="{3B1CD286-D882-5B49-A122-24786B0461DF}" type="presParOf" srcId="{3F761A7D-4419-8B40-96E4-805248A055EB}" destId="{617A9541-C2EC-5640-991E-C2DA3BD013D6}" srcOrd="0" destOrd="0" presId="urn:microsoft.com/office/officeart/2005/8/layout/hierarchy2"/>
    <dgm:cxn modelId="{DAB44BB8-2038-0741-8566-1EDB8C84BFFD}" type="presParOf" srcId="{3F761A7D-4419-8B40-96E4-805248A055EB}" destId="{CFFEA7C7-8CB8-074F-BA62-E8DC88A61ED0}" srcOrd="1" destOrd="0" presId="urn:microsoft.com/office/officeart/2005/8/layout/hierarchy2"/>
    <dgm:cxn modelId="{1D7A6FC5-38B5-6241-8C55-75CA3B5CF10D}" type="presParOf" srcId="{CFFEA7C7-8CB8-074F-BA62-E8DC88A61ED0}" destId="{57C3F13C-D194-ED4E-A04B-DDCA34F1C017}" srcOrd="0" destOrd="0" presId="urn:microsoft.com/office/officeart/2005/8/layout/hierarchy2"/>
    <dgm:cxn modelId="{0625D2FB-4D9A-A147-B7FE-B6C46BAC0705}" type="presParOf" srcId="{57C3F13C-D194-ED4E-A04B-DDCA34F1C017}" destId="{0E41994E-FD31-2245-B300-3EED3B553E10}" srcOrd="0" destOrd="0" presId="urn:microsoft.com/office/officeart/2005/8/layout/hierarchy2"/>
    <dgm:cxn modelId="{85644D16-9720-9D4E-92FE-00D300C7F85D}" type="presParOf" srcId="{CFFEA7C7-8CB8-074F-BA62-E8DC88A61ED0}" destId="{A0287DA0-AF1F-ED46-A1F0-E1EF73161D3C}" srcOrd="1" destOrd="0" presId="urn:microsoft.com/office/officeart/2005/8/layout/hierarchy2"/>
    <dgm:cxn modelId="{122933A1-18BD-1D46-B2CB-3AFEB9F0DA89}" type="presParOf" srcId="{A0287DA0-AF1F-ED46-A1F0-E1EF73161D3C}" destId="{DC58AC1E-0C00-C647-9184-C2ADA44CE80F}" srcOrd="0" destOrd="0" presId="urn:microsoft.com/office/officeart/2005/8/layout/hierarchy2"/>
    <dgm:cxn modelId="{38B71377-DACB-C849-A4A9-BD52DA2AC39B}" type="presParOf" srcId="{A0287DA0-AF1F-ED46-A1F0-E1EF73161D3C}" destId="{29512409-D207-4641-B5B7-1A4E51129E9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B57F12-5487-6B4E-96AC-ACE3E28FA086}">
      <dsp:nvSpPr>
        <dsp:cNvPr id="0" name=""/>
        <dsp:cNvSpPr/>
      </dsp:nvSpPr>
      <dsp:spPr>
        <a:xfrm>
          <a:off x="0" y="0"/>
          <a:ext cx="4756527" cy="7481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800" kern="1200" dirty="0"/>
            <a:t>Research Question</a:t>
          </a:r>
          <a:endParaRPr lang="en-GB" sz="1800" kern="1200" dirty="0"/>
        </a:p>
      </dsp:txBody>
      <dsp:txXfrm>
        <a:off x="21912" y="21912"/>
        <a:ext cx="3861685" cy="704323"/>
      </dsp:txXfrm>
    </dsp:sp>
    <dsp:sp modelId="{0F6933E4-1258-1B4A-86EC-82CA84BF5073}">
      <dsp:nvSpPr>
        <dsp:cNvPr id="0" name=""/>
        <dsp:cNvSpPr/>
      </dsp:nvSpPr>
      <dsp:spPr>
        <a:xfrm>
          <a:off x="355195" y="852057"/>
          <a:ext cx="4756527" cy="7481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800" kern="1200" dirty="0"/>
            <a:t>Search the Literature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800" kern="1200" dirty="0"/>
            <a:t>(PubMed / Google Scholar)</a:t>
          </a:r>
          <a:endParaRPr lang="en-GB" sz="1800" kern="1200" dirty="0"/>
        </a:p>
      </dsp:txBody>
      <dsp:txXfrm>
        <a:off x="377107" y="873969"/>
        <a:ext cx="3871212" cy="704323"/>
      </dsp:txXfrm>
    </dsp:sp>
    <dsp:sp modelId="{E4F4AE96-7317-714D-A25D-5504D78C14FD}">
      <dsp:nvSpPr>
        <dsp:cNvPr id="0" name=""/>
        <dsp:cNvSpPr/>
      </dsp:nvSpPr>
      <dsp:spPr>
        <a:xfrm>
          <a:off x="710390" y="1704114"/>
          <a:ext cx="4756527" cy="7481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800" kern="1200" dirty="0"/>
            <a:t>Identify Relevant Paper(s)</a:t>
          </a:r>
          <a:endParaRPr lang="en-GB" sz="1800" kern="1200" dirty="0"/>
        </a:p>
      </dsp:txBody>
      <dsp:txXfrm>
        <a:off x="732302" y="1726026"/>
        <a:ext cx="3871212" cy="704323"/>
      </dsp:txXfrm>
    </dsp:sp>
    <dsp:sp modelId="{3FB2798B-55E8-604A-8A69-D5273758FBE2}">
      <dsp:nvSpPr>
        <dsp:cNvPr id="0" name=""/>
        <dsp:cNvSpPr/>
      </dsp:nvSpPr>
      <dsp:spPr>
        <a:xfrm>
          <a:off x="1065585" y="2556171"/>
          <a:ext cx="4756527" cy="7481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800" kern="1200" dirty="0"/>
            <a:t>Data Availability Statement</a:t>
          </a:r>
          <a:endParaRPr lang="en-GB" sz="1800" kern="1200" dirty="0"/>
        </a:p>
      </dsp:txBody>
      <dsp:txXfrm>
        <a:off x="1087497" y="2578083"/>
        <a:ext cx="3871212" cy="704323"/>
      </dsp:txXfrm>
    </dsp:sp>
    <dsp:sp modelId="{EA45F39B-E97F-684A-A017-5FDA597C41DB}">
      <dsp:nvSpPr>
        <dsp:cNvPr id="0" name=""/>
        <dsp:cNvSpPr/>
      </dsp:nvSpPr>
      <dsp:spPr>
        <a:xfrm>
          <a:off x="1420781" y="3408229"/>
          <a:ext cx="4756527" cy="7481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800" kern="1200" dirty="0"/>
            <a:t>Extract Accession Number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800" kern="1200" dirty="0"/>
            <a:t>(GEO, ENA, EGA, ...)</a:t>
          </a:r>
          <a:endParaRPr lang="en-GB" sz="1800" kern="1200" dirty="0"/>
        </a:p>
      </dsp:txBody>
      <dsp:txXfrm>
        <a:off x="1442693" y="3430141"/>
        <a:ext cx="3871212" cy="704323"/>
      </dsp:txXfrm>
    </dsp:sp>
    <dsp:sp modelId="{78E38DB2-9575-1842-B6A6-B60850118ECB}">
      <dsp:nvSpPr>
        <dsp:cNvPr id="0" name=""/>
        <dsp:cNvSpPr/>
      </dsp:nvSpPr>
      <dsp:spPr>
        <a:xfrm>
          <a:off x="4270231" y="546563"/>
          <a:ext cx="486296" cy="4862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4379648" y="546563"/>
        <a:ext cx="267462" cy="365938"/>
      </dsp:txXfrm>
    </dsp:sp>
    <dsp:sp modelId="{6D214506-AB7E-9340-ACD2-CF664DD69FBA}">
      <dsp:nvSpPr>
        <dsp:cNvPr id="0" name=""/>
        <dsp:cNvSpPr/>
      </dsp:nvSpPr>
      <dsp:spPr>
        <a:xfrm>
          <a:off x="4625427" y="1398620"/>
          <a:ext cx="486296" cy="4862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4734844" y="1398620"/>
        <a:ext cx="267462" cy="365938"/>
      </dsp:txXfrm>
    </dsp:sp>
    <dsp:sp modelId="{739E716D-8DE9-404F-8DF3-EB577755F628}">
      <dsp:nvSpPr>
        <dsp:cNvPr id="0" name=""/>
        <dsp:cNvSpPr/>
      </dsp:nvSpPr>
      <dsp:spPr>
        <a:xfrm>
          <a:off x="4980622" y="2238209"/>
          <a:ext cx="486296" cy="4862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5090039" y="2238209"/>
        <a:ext cx="267462" cy="365938"/>
      </dsp:txXfrm>
    </dsp:sp>
    <dsp:sp modelId="{9A20F8A0-B6BC-184F-AD21-048D4180EC65}">
      <dsp:nvSpPr>
        <dsp:cNvPr id="0" name=""/>
        <dsp:cNvSpPr/>
      </dsp:nvSpPr>
      <dsp:spPr>
        <a:xfrm>
          <a:off x="5335817" y="3098579"/>
          <a:ext cx="486296" cy="4862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5445234" y="3098579"/>
        <a:ext cx="267462" cy="365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89A55-C410-4C41-BD53-10C7E71FF832}">
      <dsp:nvSpPr>
        <dsp:cNvPr id="0" name=""/>
        <dsp:cNvSpPr/>
      </dsp:nvSpPr>
      <dsp:spPr>
        <a:xfrm>
          <a:off x="3793" y="1097576"/>
          <a:ext cx="1658395" cy="9950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  <a:sp3d extrusionH="28000" prstMaterial="matte"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FASTQ</a:t>
          </a:r>
        </a:p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(raw)</a:t>
          </a:r>
        </a:p>
      </dsp:txBody>
      <dsp:txXfrm>
        <a:off x="32937" y="1126720"/>
        <a:ext cx="1600107" cy="936749"/>
      </dsp:txXfrm>
    </dsp:sp>
    <dsp:sp modelId="{05A336BF-3CFE-4F47-A787-3D00A30F13AD}">
      <dsp:nvSpPr>
        <dsp:cNvPr id="0" name=""/>
        <dsp:cNvSpPr/>
      </dsp:nvSpPr>
      <dsp:spPr>
        <a:xfrm>
          <a:off x="1828028" y="1389454"/>
          <a:ext cx="351579" cy="411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1828028" y="1471710"/>
        <a:ext cx="246105" cy="246770"/>
      </dsp:txXfrm>
    </dsp:sp>
    <dsp:sp modelId="{EF686DD6-B7CB-9E48-9C9B-B2ACD290A25D}">
      <dsp:nvSpPr>
        <dsp:cNvPr id="0" name=""/>
        <dsp:cNvSpPr/>
      </dsp:nvSpPr>
      <dsp:spPr>
        <a:xfrm>
          <a:off x="2325546" y="1097576"/>
          <a:ext cx="1658395" cy="9950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  <a:sp3d extrusionH="28000" prstMaterial="matte"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BAM/SAM</a:t>
          </a:r>
        </a:p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(aligned raw)</a:t>
          </a:r>
        </a:p>
      </dsp:txBody>
      <dsp:txXfrm>
        <a:off x="2354690" y="1126720"/>
        <a:ext cx="1600107" cy="936749"/>
      </dsp:txXfrm>
    </dsp:sp>
    <dsp:sp modelId="{B7173098-2498-AF42-BB3D-747E009F8B50}">
      <dsp:nvSpPr>
        <dsp:cNvPr id="0" name=""/>
        <dsp:cNvSpPr/>
      </dsp:nvSpPr>
      <dsp:spPr>
        <a:xfrm>
          <a:off x="4149781" y="1389454"/>
          <a:ext cx="351579" cy="411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4149781" y="1471710"/>
        <a:ext cx="246105" cy="246770"/>
      </dsp:txXfrm>
    </dsp:sp>
    <dsp:sp modelId="{31B19161-50B2-A849-90D4-17C8E1EE1757}">
      <dsp:nvSpPr>
        <dsp:cNvPr id="0" name=""/>
        <dsp:cNvSpPr/>
      </dsp:nvSpPr>
      <dsp:spPr>
        <a:xfrm>
          <a:off x="4647300" y="1097576"/>
          <a:ext cx="1658395" cy="9950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  <a:sp3d extrusionH="28000" prstMaterial="matte"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Gene counts</a:t>
          </a:r>
        </a:p>
      </dsp:txBody>
      <dsp:txXfrm>
        <a:off x="4676444" y="1126720"/>
        <a:ext cx="1600107" cy="936749"/>
      </dsp:txXfrm>
    </dsp:sp>
    <dsp:sp modelId="{00159A77-6A94-D04A-93C4-E81C777CA151}">
      <dsp:nvSpPr>
        <dsp:cNvPr id="0" name=""/>
        <dsp:cNvSpPr/>
      </dsp:nvSpPr>
      <dsp:spPr>
        <a:xfrm>
          <a:off x="6471535" y="1389454"/>
          <a:ext cx="351579" cy="411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6471535" y="1471710"/>
        <a:ext cx="246105" cy="246770"/>
      </dsp:txXfrm>
    </dsp:sp>
    <dsp:sp modelId="{4A452633-DC17-6B47-BA6C-0724A6BB344B}">
      <dsp:nvSpPr>
        <dsp:cNvPr id="0" name=""/>
        <dsp:cNvSpPr/>
      </dsp:nvSpPr>
      <dsp:spPr>
        <a:xfrm>
          <a:off x="6969054" y="1097576"/>
          <a:ext cx="1658395" cy="9950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  <a:sp3d extrusionH="28000" prstMaterial="matte"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Processed data</a:t>
          </a:r>
        </a:p>
      </dsp:txBody>
      <dsp:txXfrm>
        <a:off x="6998198" y="1126720"/>
        <a:ext cx="1600107" cy="9367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A2A8B-47B7-F24C-85EB-06B7B9183F03}">
      <dsp:nvSpPr>
        <dsp:cNvPr id="0" name=""/>
        <dsp:cNvSpPr/>
      </dsp:nvSpPr>
      <dsp:spPr>
        <a:xfrm>
          <a:off x="1742" y="1806332"/>
          <a:ext cx="1546143" cy="7730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Processed</a:t>
          </a:r>
        </a:p>
      </dsp:txBody>
      <dsp:txXfrm>
        <a:off x="24384" y="1828974"/>
        <a:ext cx="1500859" cy="727787"/>
      </dsp:txXfrm>
    </dsp:sp>
    <dsp:sp modelId="{1D5D8276-51E2-FD42-9CC7-BF696A382B84}">
      <dsp:nvSpPr>
        <dsp:cNvPr id="0" name=""/>
        <dsp:cNvSpPr/>
      </dsp:nvSpPr>
      <dsp:spPr>
        <a:xfrm rot="18289469">
          <a:off x="1315619" y="1732487"/>
          <a:ext cx="1082990" cy="31728"/>
        </a:xfrm>
        <a:custGeom>
          <a:avLst/>
          <a:gdLst/>
          <a:ahLst/>
          <a:cxnLst/>
          <a:rect l="0" t="0" r="0" b="0"/>
          <a:pathLst>
            <a:path>
              <a:moveTo>
                <a:pt x="0" y="15864"/>
              </a:moveTo>
              <a:lnTo>
                <a:pt x="1082990" y="1586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830040" y="1721277"/>
        <a:ext cx="54149" cy="54149"/>
      </dsp:txXfrm>
    </dsp:sp>
    <dsp:sp modelId="{22847D81-6191-B142-AE78-E6FE21B220BD}">
      <dsp:nvSpPr>
        <dsp:cNvPr id="0" name=""/>
        <dsp:cNvSpPr/>
      </dsp:nvSpPr>
      <dsp:spPr>
        <a:xfrm>
          <a:off x="2166343" y="917300"/>
          <a:ext cx="1546143" cy="7730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500" b="1" kern="1200" cap="none" spc="0">
              <a:effectLst/>
            </a:rPr>
            <a:t>Count matrices</a:t>
          </a:r>
          <a:endParaRPr lang="en-GB" sz="1500" kern="1200" dirty="0"/>
        </a:p>
      </dsp:txBody>
      <dsp:txXfrm>
        <a:off x="2188985" y="939942"/>
        <a:ext cx="1500859" cy="727787"/>
      </dsp:txXfrm>
    </dsp:sp>
    <dsp:sp modelId="{F27358B3-40A2-7B45-8157-20106A2118A6}">
      <dsp:nvSpPr>
        <dsp:cNvPr id="0" name=""/>
        <dsp:cNvSpPr/>
      </dsp:nvSpPr>
      <dsp:spPr>
        <a:xfrm>
          <a:off x="3712487" y="1287971"/>
          <a:ext cx="618457" cy="31728"/>
        </a:xfrm>
        <a:custGeom>
          <a:avLst/>
          <a:gdLst/>
          <a:ahLst/>
          <a:cxnLst/>
          <a:rect l="0" t="0" r="0" b="0"/>
          <a:pathLst>
            <a:path>
              <a:moveTo>
                <a:pt x="0" y="15864"/>
              </a:moveTo>
              <a:lnTo>
                <a:pt x="618457" y="1586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006254" y="1288374"/>
        <a:ext cx="30922" cy="30922"/>
      </dsp:txXfrm>
    </dsp:sp>
    <dsp:sp modelId="{8EA703F7-705C-3E4D-85BF-34B598FDE4D5}">
      <dsp:nvSpPr>
        <dsp:cNvPr id="0" name=""/>
        <dsp:cNvSpPr/>
      </dsp:nvSpPr>
      <dsp:spPr>
        <a:xfrm>
          <a:off x="4330944" y="917300"/>
          <a:ext cx="1546143" cy="7730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500" kern="1200" cap="none" spc="0" dirty="0">
              <a:effectLst/>
            </a:rPr>
            <a:t>CSV, TSV, TXT, MTX, HDF5</a:t>
          </a:r>
          <a:endParaRPr lang="en-GB" sz="1500" kern="1200" dirty="0"/>
        </a:p>
      </dsp:txBody>
      <dsp:txXfrm>
        <a:off x="4353586" y="939942"/>
        <a:ext cx="1500859" cy="727787"/>
      </dsp:txXfrm>
    </dsp:sp>
    <dsp:sp modelId="{E7FC5B57-0C14-6E49-B1F4-C0658C644B30}">
      <dsp:nvSpPr>
        <dsp:cNvPr id="0" name=""/>
        <dsp:cNvSpPr/>
      </dsp:nvSpPr>
      <dsp:spPr>
        <a:xfrm>
          <a:off x="1547886" y="2177004"/>
          <a:ext cx="618457" cy="31728"/>
        </a:xfrm>
        <a:custGeom>
          <a:avLst/>
          <a:gdLst/>
          <a:ahLst/>
          <a:cxnLst/>
          <a:rect l="0" t="0" r="0" b="0"/>
          <a:pathLst>
            <a:path>
              <a:moveTo>
                <a:pt x="0" y="15864"/>
              </a:moveTo>
              <a:lnTo>
                <a:pt x="618457" y="1586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841653" y="2177407"/>
        <a:ext cx="30922" cy="30922"/>
      </dsp:txXfrm>
    </dsp:sp>
    <dsp:sp modelId="{46432C19-1F07-BE4D-B1EA-2D2413ED4120}">
      <dsp:nvSpPr>
        <dsp:cNvPr id="0" name=""/>
        <dsp:cNvSpPr/>
      </dsp:nvSpPr>
      <dsp:spPr>
        <a:xfrm>
          <a:off x="2166343" y="1806332"/>
          <a:ext cx="1546143" cy="7730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500" b="1" kern="1200" cap="none" spc="0">
              <a:effectLst/>
            </a:rPr>
            <a:t>Metadata &amp; annotations</a:t>
          </a:r>
          <a:endParaRPr lang="en-GB" sz="1500" kern="1200" dirty="0"/>
        </a:p>
      </dsp:txBody>
      <dsp:txXfrm>
        <a:off x="2188985" y="1828974"/>
        <a:ext cx="1500859" cy="727787"/>
      </dsp:txXfrm>
    </dsp:sp>
    <dsp:sp modelId="{A246456E-0BB3-A146-9AFC-740D996CD89C}">
      <dsp:nvSpPr>
        <dsp:cNvPr id="0" name=""/>
        <dsp:cNvSpPr/>
      </dsp:nvSpPr>
      <dsp:spPr>
        <a:xfrm>
          <a:off x="3712487" y="2177004"/>
          <a:ext cx="618457" cy="31728"/>
        </a:xfrm>
        <a:custGeom>
          <a:avLst/>
          <a:gdLst/>
          <a:ahLst/>
          <a:cxnLst/>
          <a:rect l="0" t="0" r="0" b="0"/>
          <a:pathLst>
            <a:path>
              <a:moveTo>
                <a:pt x="0" y="15864"/>
              </a:moveTo>
              <a:lnTo>
                <a:pt x="618457" y="1586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006254" y="2177407"/>
        <a:ext cx="30922" cy="30922"/>
      </dsp:txXfrm>
    </dsp:sp>
    <dsp:sp modelId="{1B898AD8-369C-9A4A-AFB3-65F0E8CC3324}">
      <dsp:nvSpPr>
        <dsp:cNvPr id="0" name=""/>
        <dsp:cNvSpPr/>
      </dsp:nvSpPr>
      <dsp:spPr>
        <a:xfrm>
          <a:off x="4330944" y="1806332"/>
          <a:ext cx="1546143" cy="7730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500" kern="1200" cap="none" spc="0" dirty="0">
              <a:effectLst/>
            </a:rPr>
            <a:t>CSV, TSV, XLSX</a:t>
          </a:r>
          <a:endParaRPr lang="en-GB" sz="1500" kern="1200" dirty="0"/>
        </a:p>
      </dsp:txBody>
      <dsp:txXfrm>
        <a:off x="4353586" y="1828974"/>
        <a:ext cx="1500859" cy="727787"/>
      </dsp:txXfrm>
    </dsp:sp>
    <dsp:sp modelId="{34E8EA03-6774-0244-8767-6C588351A049}">
      <dsp:nvSpPr>
        <dsp:cNvPr id="0" name=""/>
        <dsp:cNvSpPr/>
      </dsp:nvSpPr>
      <dsp:spPr>
        <a:xfrm rot="3310531">
          <a:off x="1315619" y="2621520"/>
          <a:ext cx="1082990" cy="31728"/>
        </a:xfrm>
        <a:custGeom>
          <a:avLst/>
          <a:gdLst/>
          <a:ahLst/>
          <a:cxnLst/>
          <a:rect l="0" t="0" r="0" b="0"/>
          <a:pathLst>
            <a:path>
              <a:moveTo>
                <a:pt x="0" y="15864"/>
              </a:moveTo>
              <a:lnTo>
                <a:pt x="1082990" y="1586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830040" y="2610310"/>
        <a:ext cx="54149" cy="54149"/>
      </dsp:txXfrm>
    </dsp:sp>
    <dsp:sp modelId="{617A9541-C2EC-5640-991E-C2DA3BD013D6}">
      <dsp:nvSpPr>
        <dsp:cNvPr id="0" name=""/>
        <dsp:cNvSpPr/>
      </dsp:nvSpPr>
      <dsp:spPr>
        <a:xfrm>
          <a:off x="2166343" y="2695365"/>
          <a:ext cx="1546143" cy="7730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Images and cell coordinates</a:t>
          </a:r>
        </a:p>
      </dsp:txBody>
      <dsp:txXfrm>
        <a:off x="2188985" y="2718007"/>
        <a:ext cx="1500859" cy="727787"/>
      </dsp:txXfrm>
    </dsp:sp>
    <dsp:sp modelId="{57C3F13C-D194-ED4E-A04B-DDCA34F1C017}">
      <dsp:nvSpPr>
        <dsp:cNvPr id="0" name=""/>
        <dsp:cNvSpPr/>
      </dsp:nvSpPr>
      <dsp:spPr>
        <a:xfrm>
          <a:off x="3712487" y="3066036"/>
          <a:ext cx="618457" cy="31728"/>
        </a:xfrm>
        <a:custGeom>
          <a:avLst/>
          <a:gdLst/>
          <a:ahLst/>
          <a:cxnLst/>
          <a:rect l="0" t="0" r="0" b="0"/>
          <a:pathLst>
            <a:path>
              <a:moveTo>
                <a:pt x="0" y="15864"/>
              </a:moveTo>
              <a:lnTo>
                <a:pt x="618457" y="1586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006254" y="3066439"/>
        <a:ext cx="30922" cy="30922"/>
      </dsp:txXfrm>
    </dsp:sp>
    <dsp:sp modelId="{DC58AC1E-0C00-C647-9184-C2ADA44CE80F}">
      <dsp:nvSpPr>
        <dsp:cNvPr id="0" name=""/>
        <dsp:cNvSpPr/>
      </dsp:nvSpPr>
      <dsp:spPr>
        <a:xfrm>
          <a:off x="4330944" y="2695365"/>
          <a:ext cx="1546143" cy="7730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1500" kern="1200" dirty="0"/>
            <a:t>TIFF, PNG, JPEG, CSV, Parquet, Zarr</a:t>
          </a:r>
          <a:endParaRPr lang="en-GB" sz="1500" kern="1200" dirty="0"/>
        </a:p>
      </dsp:txBody>
      <dsp:txXfrm>
        <a:off x="4353586" y="2718007"/>
        <a:ext cx="1500859" cy="727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#3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#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6818A54A-96AB-47F2-9FE3-5AA7C5EE68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77C3AE1-DBA2-4DA9-A7CE-D2A621C810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5F06C-14D9-45DF-81A5-F25F8ECA9886}" type="datetimeFigureOut">
              <a:rPr lang="sv-SE" smtClean="0"/>
              <a:t>2026-10-02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FB76FC6-F54A-4120-9B8F-E28E2A08E5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D9B89EF-3F47-4486-BAA9-AF9A8BE096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CC5D8-C806-4BBF-A442-91371CDD1BC5}" type="slidenum">
              <a:rPr lang="sv-SE" smtClean="0"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02378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DM Sans" pitchFamily="2" charset="0"/>
              </a:defRPr>
            </a:lvl1pPr>
          </a:lstStyle>
          <a:p>
            <a:endParaRPr lang="sv-S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DM Sans" pitchFamily="2" charset="0"/>
              </a:defRPr>
            </a:lvl1pPr>
          </a:lstStyle>
          <a:p>
            <a:endParaRPr lang="sv-SE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here to add text</a:t>
            </a:r>
            <a:endParaRPr lang="sv-SE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DM Sans" pitchFamily="2" charset="0"/>
              </a:defRPr>
            </a:lvl1pPr>
          </a:lstStyle>
          <a:p>
            <a:endParaRPr lang="sv-SE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DM Sans" pitchFamily="2" charset="0"/>
              </a:defRPr>
            </a:lvl1pPr>
          </a:lstStyle>
          <a:p>
            <a:fld id="{E4F6DBA7-38D3-4FF9-B176-AA5B07999DDF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93929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DM Sans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27923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r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Logotype Karolinska Institutet.">
            <a:extLst>
              <a:ext uri="{FF2B5EF4-FFF2-40B4-BE49-F238E27FC236}">
                <a16:creationId xmlns:a16="http://schemas.microsoft.com/office/drawing/2014/main" id="{5C58A32B-CE37-00A7-BB2A-05D502F73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1478" y="262850"/>
            <a:ext cx="1691680" cy="704867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545332"/>
            <a:ext cx="7772400" cy="857250"/>
          </a:xfrm>
        </p:spPr>
        <p:txBody>
          <a:bodyPr anchor="ctr"/>
          <a:lstStyle>
            <a:lvl1pPr>
              <a:defRPr sz="3200" kern="1200" spc="-8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heading</a:t>
            </a:r>
            <a:endParaRPr lang="sv-SE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2553444"/>
            <a:ext cx="7772400" cy="1314450"/>
          </a:xfrm>
        </p:spPr>
        <p:txBody>
          <a:bodyPr/>
          <a:lstStyle>
            <a:lvl1pPr marL="0" indent="0">
              <a:buFont typeface="Wingdings" charset="2"/>
              <a:buNone/>
              <a:defRPr sz="1800" spc="-2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subheading</a:t>
            </a:r>
            <a:endParaRPr lang="sv-SE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slide">
    <p:bg>
      <p:bgPr>
        <a:solidFill>
          <a:srgbClr val="E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57C9B0D4-41C6-B8AE-EB61-778050516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5280620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40CF9FCA-BB63-EAA4-5BF3-C52FD54F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5278502"/>
            <a:ext cx="1905000" cy="171450"/>
          </a:xfrm>
        </p:spPr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BED4CF09-3C12-3EF1-D5E7-34A36AB1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5278502"/>
            <a:ext cx="685800" cy="171450"/>
          </a:xfrm>
        </p:spPr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545332"/>
            <a:ext cx="7772400" cy="857250"/>
          </a:xfrm>
        </p:spPr>
        <p:txBody>
          <a:bodyPr anchor="ctr"/>
          <a:lstStyle>
            <a:lvl1pPr>
              <a:defRPr sz="3200" spc="-50" baseline="0">
                <a:solidFill>
                  <a:srgbClr val="4F0433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heading</a:t>
            </a:r>
            <a:endParaRPr lang="sv-SE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2553444"/>
            <a:ext cx="7772400" cy="1314450"/>
          </a:xfrm>
        </p:spPr>
        <p:txBody>
          <a:bodyPr/>
          <a:lstStyle>
            <a:lvl1pPr marL="0" indent="0">
              <a:buFont typeface="Wingdings" charset="2"/>
              <a:buNone/>
              <a:defRPr sz="1800" spc="-20" baseline="0">
                <a:solidFill>
                  <a:srgbClr val="4F0433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subheading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val="163379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256774" y="1402829"/>
            <a:ext cx="8631243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009749DF-7E5C-713A-D45D-D9653C97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12632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+ 2 content 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ED75CC17-B226-9EC7-7062-ECD0FA06575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73CEA02-8FD8-B27D-7351-D598B5116632}"/>
              </a:ext>
            </a:extLst>
          </p:cNvPr>
          <p:cNvSpPr>
            <a:spLocks noGrp="1" noChangeArrowheads="1"/>
          </p:cNvSpPr>
          <p:nvPr>
            <p:ph idx="13" hasCustomPrompt="1"/>
          </p:nvPr>
        </p:nvSpPr>
        <p:spPr bwMode="auto"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4711200" y="1403857"/>
            <a:ext cx="4170040" cy="31891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BBC55AFF-EEAC-CC84-7EDE-436AC101B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55F560-0FA5-4CC3-99C4-83095CAE330C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C98C6-00F0-4387-A9BA-FB521E0564CA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6848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0504E30-026F-2F4E-8AA4-42B2AD69F80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the first or second icon in the second row of icons to insert an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038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1 conten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6C309769-9796-3F4C-16EC-30D95F72728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AA63C4E-0A70-530E-97DF-2D2B5352F878}"/>
              </a:ext>
            </a:extLst>
          </p:cNvPr>
          <p:cNvSpPr>
            <a:spLocks noGrp="1" noChangeArrowheads="1"/>
          </p:cNvSpPr>
          <p:nvPr>
            <p:ph idx="15" hasCustomPrompt="1"/>
          </p:nvPr>
        </p:nvSpPr>
        <p:spPr bwMode="auto"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32F5674-CEDF-3242-F062-BFE26C95349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11200" y="1404631"/>
            <a:ext cx="4170040" cy="318838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Click the first or second icon in the second row of icons to insert an image</a:t>
            </a:r>
            <a:endParaRPr lang="en-GB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1D2BA1C-0344-BC2E-84D4-95E7F2FD7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6A3FCF-EDA7-4D26-BE8D-0D5098A7A2A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B570BB-7289-4069-9D4A-2FAE4107D42A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27238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6AB09F81-3DF8-1100-91E4-2C191990939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FFBD3AD7-6C44-F3A0-2593-5418DFBAB09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55971" y="1401312"/>
            <a:ext cx="4170038" cy="3193712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 dirty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b="0" i="0" u="none" strike="noStrike" baseline="0" dirty="0">
              <a:solidFill>
                <a:srgbClr val="000000"/>
              </a:solidFill>
              <a:latin typeface="DM Sans" pitchFamily="2" charset="0"/>
            </a:endParaRP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F22D20B-A38A-2C1F-3498-AC2B7335FC0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11200" y="1404631"/>
            <a:ext cx="4170040" cy="318838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Click the first or second icon in the second row of icons to insert an image</a:t>
            </a:r>
            <a:endParaRPr lang="en-GB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372DAC4F-41A4-C8F3-1E26-84893299D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B23C43-02AB-49EC-8F17-D0526280C47D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6EECC-44D8-4442-87AA-D47F74CC81A2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5799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2 images m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BA1DA48D-062A-3C0F-2375-4EA717C42C5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5971" y="1401312"/>
            <a:ext cx="4170038" cy="2520145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 dirty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5" hasCustomPrompt="1"/>
          </p:nvPr>
        </p:nvSpPr>
        <p:spPr>
          <a:xfrm>
            <a:off x="255971" y="4016459"/>
            <a:ext cx="4170039" cy="578499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text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33CB555F-D425-F70E-7236-981C45B2BAF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711200" y="1404632"/>
            <a:ext cx="4170040" cy="2516826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 dirty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b="0" i="0" u="none" strike="noStrike" baseline="0" dirty="0">
              <a:solidFill>
                <a:srgbClr val="000000"/>
              </a:solidFill>
              <a:latin typeface="DM Sans" pitchFamily="2" charset="0"/>
            </a:endParaRPr>
          </a:p>
        </p:txBody>
      </p:sp>
      <p:sp>
        <p:nvSpPr>
          <p:cNvPr id="11" name="Platshållare för text 9"/>
          <p:cNvSpPr>
            <a:spLocks noGrp="1"/>
          </p:cNvSpPr>
          <p:nvPr>
            <p:ph type="body" sz="quarter" idx="16" hasCustomPrompt="1"/>
          </p:nvPr>
        </p:nvSpPr>
        <p:spPr>
          <a:xfrm>
            <a:off x="4711200" y="4016459"/>
            <a:ext cx="4170039" cy="574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text</a:t>
            </a:r>
          </a:p>
        </p:txBody>
      </p:sp>
      <p:sp>
        <p:nvSpPr>
          <p:cNvPr id="4" name="Platshållare för sidfot 2">
            <a:extLst>
              <a:ext uri="{FF2B5EF4-FFF2-40B4-BE49-F238E27FC236}">
                <a16:creationId xmlns:a16="http://schemas.microsoft.com/office/drawing/2014/main" id="{D069920A-1206-9BEB-B428-2FE026E7B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4331-D6D1-4E26-B16A-55BB8118C67A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8723E-5A40-4F9A-B83B-0F0B7FEF2706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0158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009749DF-7E5C-713A-D45D-D9653C97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16640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Logotype Karolinska Institutet.">
            <a:extLst>
              <a:ext uri="{FF2B5EF4-FFF2-40B4-BE49-F238E27FC236}">
                <a16:creationId xmlns:a16="http://schemas.microsoft.com/office/drawing/2014/main" id="{7AC1AD67-1AF6-B109-ABEC-31FF3DEF0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6951" y="1915479"/>
            <a:ext cx="3150096" cy="131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4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Logotype Karolinska Institutet.">
            <a:extLst>
              <a:ext uri="{FF2B5EF4-FFF2-40B4-BE49-F238E27FC236}">
                <a16:creationId xmlns:a16="http://schemas.microsoft.com/office/drawing/2014/main" id="{1A2DD4E6-57FC-99BA-083F-4F5711AA3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6951" y="1915479"/>
            <a:ext cx="3150096" cy="1312540"/>
          </a:xfrm>
          <a:prstGeom prst="rect">
            <a:avLst/>
          </a:prstGeom>
        </p:spPr>
      </p:pic>
      <p:sp>
        <p:nvSpPr>
          <p:cNvPr id="3" name="Platshållare för text 9">
            <a:extLst>
              <a:ext uri="{FF2B5EF4-FFF2-40B4-BE49-F238E27FC236}">
                <a16:creationId xmlns:a16="http://schemas.microsoft.com/office/drawing/2014/main" id="{28D153B6-736E-604E-CC38-30ABDB634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71" y="4299942"/>
            <a:ext cx="8564501" cy="578499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here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204368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983" y="339502"/>
            <a:ext cx="8625257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5983" y="1402830"/>
            <a:ext cx="8630513" cy="318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2080A6F-57B1-B9B7-BFFB-9C38D4F13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tabLst/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fld id="{556C4A7E-66B8-4D02-A897-C064A39C4051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solidFill>
                  <a:schemeClr val="accent1"/>
                </a:solidFill>
                <a:latin typeface="+mn-lt"/>
              </a:defRPr>
            </a:lvl1pPr>
          </a:lstStyle>
          <a:p>
            <a:fld id="{B5C8723E-5A40-4F9A-B83B-0F0B7FEF2706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63" r:id="rId9"/>
    <p:sldLayoutId id="2147483659" r:id="rId10"/>
    <p:sldLayoutId id="2147483662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 spc="-50" baseline="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à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à"/>
        <a:defRPr sz="12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250195B-8A87-0659-1403-6E7233781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SE" b="1" dirty="0"/>
              <a:t>Bioinformatics Workshop</a:t>
            </a:r>
            <a:endParaRPr lang="en-GB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B4D2C54-6FB1-D0FC-01BE-847D5965E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745742"/>
            <a:ext cx="7772400" cy="857250"/>
          </a:xfrm>
        </p:spPr>
        <p:txBody>
          <a:bodyPr/>
          <a:lstStyle/>
          <a:p>
            <a:pPr algn="ctr"/>
            <a:r>
              <a:rPr lang="en-GB" dirty="0"/>
              <a:t>Elyas Mohammadi</a:t>
            </a:r>
          </a:p>
          <a:p>
            <a:pPr algn="ctr"/>
            <a:endParaRPr lang="en-GB" dirty="0"/>
          </a:p>
          <a:p>
            <a:pPr algn="ctr"/>
            <a:r>
              <a:rPr lang="en-GB" sz="1400"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09942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F1AA02-2B74-45D1-6F62-8B671BFFF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52880-DE4F-AEB7-61D1-C9C28DE4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708A-6AFC-F373-10B9-89209F0C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</a:t>
            </a:fld>
            <a:endParaRPr lang="sv-S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659550-A006-FF75-BD58-573D9C411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12596"/>
            <a:ext cx="1797968" cy="857250"/>
          </a:xfrm>
        </p:spPr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BA01DD8-A1DA-A396-0F95-0630CA472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472" y="1251440"/>
            <a:ext cx="7772400" cy="744246"/>
          </a:xfrm>
        </p:spPr>
        <p:txBody>
          <a:bodyPr/>
          <a:lstStyle/>
          <a:p>
            <a:r>
              <a:rPr lang="en-US" dirty="0"/>
              <a:t>The content of this workshop is extracted from the following sources and some of the illustrations are generated by AI: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FB986A-B538-2D08-5E12-BDF10AFEF6D0}"/>
              </a:ext>
            </a:extLst>
          </p:cNvPr>
          <p:cNvGrpSpPr/>
          <p:nvPr/>
        </p:nvGrpSpPr>
        <p:grpSpPr>
          <a:xfrm>
            <a:off x="531229" y="1890199"/>
            <a:ext cx="7926971" cy="2414092"/>
            <a:chOff x="531229" y="1890199"/>
            <a:chExt cx="7926971" cy="2414092"/>
          </a:xfrm>
        </p:grpSpPr>
        <p:pic>
          <p:nvPicPr>
            <p:cNvPr id="7" name="Picture 6" descr="File:10x Genomics logo.svg - Wikimedia Commons">
              <a:extLst>
                <a:ext uri="{FF2B5EF4-FFF2-40B4-BE49-F238E27FC236}">
                  <a16:creationId xmlns:a16="http://schemas.microsoft.com/office/drawing/2014/main" id="{AC6BC93E-D9C7-71FE-DE48-69D0A0FCF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229" y="2186662"/>
              <a:ext cx="1458904" cy="936130"/>
            </a:xfrm>
            <a:prstGeom prst="rect">
              <a:avLst/>
            </a:prstGeom>
          </p:spPr>
        </p:pic>
        <p:pic>
          <p:nvPicPr>
            <p:cNvPr id="8" name="Picture 7" descr="NBIS - National Bioinformatics Infrastructure Sweden">
              <a:extLst>
                <a:ext uri="{FF2B5EF4-FFF2-40B4-BE49-F238E27FC236}">
                  <a16:creationId xmlns:a16="http://schemas.microsoft.com/office/drawing/2014/main" id="{246E67E6-F80B-DC16-032C-F22B6E49A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9301" y="3424047"/>
              <a:ext cx="2232248" cy="818895"/>
            </a:xfrm>
            <a:prstGeom prst="rect">
              <a:avLst/>
            </a:prstGeom>
          </p:spPr>
        </p:pic>
        <p:pic>
          <p:nvPicPr>
            <p:cNvPr id="9" name="Picture 8" descr="Media Relations &amp; Resources | Bruker Spatial Biology">
              <a:extLst>
                <a:ext uri="{FF2B5EF4-FFF2-40B4-BE49-F238E27FC236}">
                  <a16:creationId xmlns:a16="http://schemas.microsoft.com/office/drawing/2014/main" id="{11EF13A5-F928-04CA-117D-2D70753AE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0383" y="2235590"/>
              <a:ext cx="2109074" cy="891083"/>
            </a:xfrm>
            <a:prstGeom prst="rect">
              <a:avLst/>
            </a:prstGeom>
          </p:spPr>
        </p:pic>
        <p:pic>
          <p:nvPicPr>
            <p:cNvPr id="10" name="Picture 9" descr="FORM - Unlock Offer for Biopharma">
              <a:extLst>
                <a:ext uri="{FF2B5EF4-FFF2-40B4-BE49-F238E27FC236}">
                  <a16:creationId xmlns:a16="http://schemas.microsoft.com/office/drawing/2014/main" id="{00C736C5-D271-26AD-CC4A-45A9AA62F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7984" y="2279395"/>
              <a:ext cx="2349500" cy="825500"/>
            </a:xfrm>
            <a:prstGeom prst="rect">
              <a:avLst/>
            </a:prstGeom>
          </p:spPr>
        </p:pic>
        <p:pic>
          <p:nvPicPr>
            <p:cNvPr id="11" name="Picture 10" descr="Tools for Single Cell Genomics • Seurat">
              <a:extLst>
                <a:ext uri="{FF2B5EF4-FFF2-40B4-BE49-F238E27FC236}">
                  <a16:creationId xmlns:a16="http://schemas.microsoft.com/office/drawing/2014/main" id="{541F34BA-EC37-448C-6FDB-F4C3D684A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63888" y="3362696"/>
              <a:ext cx="4279977" cy="941595"/>
            </a:xfrm>
            <a:prstGeom prst="rect">
              <a:avLst/>
            </a:prstGeom>
          </p:spPr>
        </p:pic>
        <p:pic>
          <p:nvPicPr>
            <p:cNvPr id="13" name="Picture 12" descr="The R program | Bioassay">
              <a:extLst>
                <a:ext uri="{FF2B5EF4-FFF2-40B4-BE49-F238E27FC236}">
                  <a16:creationId xmlns:a16="http://schemas.microsoft.com/office/drawing/2014/main" id="{A526A249-7E43-1A8C-F2A7-4FFED2EA7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33617" y="1890199"/>
              <a:ext cx="1424583" cy="14245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03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66B2-D8B6-83BC-A56C-8E10553D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02" y="1851670"/>
            <a:ext cx="8632045" cy="1008112"/>
          </a:xfrm>
        </p:spPr>
        <p:txBody>
          <a:bodyPr/>
          <a:lstStyle/>
          <a:p>
            <a:pPr algn="ctr"/>
            <a:r>
              <a:rPr lang="en-US" b="1" dirty="0"/>
              <a:t>Part 2 – Using Public Transcriptomics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7D2545-4F5A-A06E-1294-B72B8B175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582C8-72EF-01CD-F8EB-D0604E46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C0684-2BA7-6D74-2339-8818588B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1395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92F0-2DBA-E2A7-8EFE-E87A9712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objectives</a:t>
            </a:r>
            <a:br>
              <a:rPr lang="en-SE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4BCC-7911-D58B-11FE-666CAADDA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971" y="987574"/>
            <a:ext cx="8271673" cy="3800659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500" dirty="0"/>
              <a:t>By the end of this section, you should be able to answer:</a:t>
            </a:r>
          </a:p>
          <a:p>
            <a:pPr lvl="1">
              <a:buFont typeface="Wingdings" pitchFamily="2" charset="2"/>
              <a:buChar char="ü"/>
            </a:pPr>
            <a:r>
              <a:rPr lang="en-SE" sz="2000" dirty="0"/>
              <a:t>Where can I find public transcriptomics datasets?</a:t>
            </a:r>
          </a:p>
          <a:p>
            <a:pPr lvl="1">
              <a:buFont typeface="Wingdings" pitchFamily="2" charset="2"/>
              <a:buChar char="ü"/>
            </a:pPr>
            <a:r>
              <a:rPr lang="en-SE" sz="2000" dirty="0"/>
              <a:t>Identify appropriate resources for your research needs.</a:t>
            </a:r>
          </a:p>
          <a:p>
            <a:pPr lvl="1">
              <a:buFont typeface="Wingdings" pitchFamily="2" charset="2"/>
              <a:buChar char="ü"/>
            </a:pPr>
            <a:r>
              <a:rPr lang="en-SE" sz="2000" dirty="0"/>
              <a:t>What are the most common file formats used in transcriptomics?</a:t>
            </a:r>
          </a:p>
          <a:p>
            <a:pPr lvl="1">
              <a:buFont typeface="Wingdings" pitchFamily="2" charset="2"/>
              <a:buChar char="ü"/>
            </a:pPr>
            <a:r>
              <a:rPr lang="en-SE" sz="2000" dirty="0"/>
              <a:t>How can I efficiently reuse published datasets for my own analyses?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E4091-0BC8-1CB9-AD0E-0A7E05680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8AA31-20C9-31BA-B489-CCACFFCD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8063-D5E9-D0D2-1BDB-43CA3F20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9825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61202-9EB9-F177-4BA8-9F229432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4A695-3C67-64B7-37C2-49CA9A6B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0287F-E4E3-2B1D-6317-828B7540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5</a:t>
            </a:fld>
            <a:endParaRPr lang="sv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C71EE-906D-7D79-2DFD-C77F60DC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25" y="7218"/>
            <a:ext cx="7182349" cy="478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0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479F7-363C-2453-0CD9-B0E2FECA6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FBF2D-199B-72C8-6F84-430C9A87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BA78D-31FC-6EBB-C0BC-24745D7C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6</a:t>
            </a:fld>
            <a:endParaRPr lang="sv-S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B05331-CEFF-7748-CFCB-6607D4617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143453"/>
              </p:ext>
            </p:extLst>
          </p:nvPr>
        </p:nvGraphicFramePr>
        <p:xfrm>
          <a:off x="206928" y="694835"/>
          <a:ext cx="8757560" cy="3965147"/>
        </p:xfrm>
        <a:graphic>
          <a:graphicData uri="http://schemas.openxmlformats.org/drawingml/2006/table">
            <a:tbl>
              <a:tblPr/>
              <a:tblGrid>
                <a:gridCol w="2189390">
                  <a:extLst>
                    <a:ext uri="{9D8B030D-6E8A-4147-A177-3AD203B41FA5}">
                      <a16:colId xmlns:a16="http://schemas.microsoft.com/office/drawing/2014/main" val="342870447"/>
                    </a:ext>
                  </a:extLst>
                </a:gridCol>
                <a:gridCol w="1699042">
                  <a:extLst>
                    <a:ext uri="{9D8B030D-6E8A-4147-A177-3AD203B41FA5}">
                      <a16:colId xmlns:a16="http://schemas.microsoft.com/office/drawing/2014/main" val="428490493"/>
                    </a:ext>
                  </a:extLst>
                </a:gridCol>
                <a:gridCol w="3865480">
                  <a:extLst>
                    <a:ext uri="{9D8B030D-6E8A-4147-A177-3AD203B41FA5}">
                      <a16:colId xmlns:a16="http://schemas.microsoft.com/office/drawing/2014/main" val="1230928672"/>
                    </a:ext>
                  </a:extLst>
                </a:gridCol>
                <a:gridCol w="1003648">
                  <a:extLst>
                    <a:ext uri="{9D8B030D-6E8A-4147-A177-3AD203B41FA5}">
                      <a16:colId xmlns:a16="http://schemas.microsoft.com/office/drawing/2014/main" val="4223322563"/>
                    </a:ext>
                  </a:extLst>
                </a:gridCol>
              </a:tblGrid>
              <a:tr h="26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 dirty="0">
                          <a:effectLst/>
                        </a:rPr>
                        <a:t>Repository</a:t>
                      </a:r>
                      <a:endParaRPr lang="en-SE" sz="1500" dirty="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500" b="1" dirty="0">
                          <a:effectLst/>
                        </a:rPr>
                        <a:t>Organization</a:t>
                      </a:r>
                      <a:endParaRPr lang="en-SE" sz="1500" dirty="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 dirty="0">
                          <a:effectLst/>
                        </a:rPr>
                        <a:t>Data Types</a:t>
                      </a:r>
                      <a:endParaRPr lang="en-SE" sz="1500" dirty="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500" b="1" dirty="0">
                          <a:effectLst/>
                        </a:rPr>
                        <a:t>Access</a:t>
                      </a:r>
                      <a:endParaRPr lang="en-SE" sz="1500" dirty="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569206"/>
                  </a:ext>
                </a:extLst>
              </a:tr>
              <a:tr h="837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b="1" u="sng" dirty="0">
                          <a:effectLst/>
                        </a:rPr>
                        <a:t>GEO (Gene Expression Omnibus)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NCBI (USA)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dirty="0">
                          <a:effectLst/>
                        </a:rPr>
                        <a:t>Bulk RNA-seq, scRNA-seq, Spatial, ATAC-seq, ChIP-seq, Methylation, Proteomics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🟢 Open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668351"/>
                  </a:ext>
                </a:extLst>
              </a:tr>
              <a:tr h="70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b="1" dirty="0">
                          <a:effectLst/>
                        </a:rPr>
                        <a:t>SRA (Sequence Read Archive)</a:t>
                      </a:r>
                      <a:endParaRPr lang="en-SE" sz="1200" dirty="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NCBI (USA)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dirty="0">
                          <a:effectLst/>
                        </a:rPr>
                        <a:t>Raw sequencing data (FASTQ/BAM) from all sequencing technologies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🟢 Open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001059"/>
                  </a:ext>
                </a:extLst>
              </a:tr>
              <a:tr h="434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b="1" dirty="0">
                          <a:effectLst/>
                        </a:rPr>
                        <a:t>ArrayExpress</a:t>
                      </a:r>
                      <a:endParaRPr lang="en-SE" sz="1200" dirty="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EMBL-EBI (Europe)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dirty="0">
                          <a:effectLst/>
                        </a:rPr>
                        <a:t>Transcriptomics, Epigenomics, Multi-omics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🟢 Open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094353"/>
                  </a:ext>
                </a:extLst>
              </a:tr>
              <a:tr h="56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b="1">
                          <a:effectLst/>
                        </a:rPr>
                        <a:t>ENA (European Nucleotide Archive)</a:t>
                      </a:r>
                      <a:endParaRPr lang="en-SE" sz="120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EMBL-EBI (Europe)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dirty="0">
                          <a:effectLst/>
                        </a:rPr>
                        <a:t>Raw sequencing data from all sequencing technologies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🟢 Open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372525"/>
                  </a:ext>
                </a:extLst>
              </a:tr>
              <a:tr h="56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b="1" u="sng" dirty="0">
                          <a:effectLst/>
                        </a:rPr>
                        <a:t>EGA (European Genome-phenome Archive)</a:t>
                      </a:r>
                      <a:endParaRPr lang="en-SE" sz="1200" u="sng" dirty="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EMBL-EBI (Europe)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dirty="0">
                          <a:effectLst/>
                        </a:rPr>
                        <a:t>Human genomic &amp; transcriptomic datasets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🔒 Controlled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831302"/>
                  </a:ext>
                </a:extLst>
              </a:tr>
              <a:tr h="56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b="1">
                          <a:effectLst/>
                        </a:rPr>
                        <a:t>NGDC (National Genomics Data Center)</a:t>
                      </a:r>
                      <a:endParaRPr lang="en-SE" sz="1200">
                        <a:effectLst/>
                      </a:endParaRP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China National Center for Bioinformation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200" dirty="0">
                          <a:effectLst/>
                        </a:rPr>
                        <a:t>Genomics, Transcriptomics, Single-cell, Spatial, Multi-omics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E" sz="1200" dirty="0">
                          <a:effectLst/>
                        </a:rPr>
                        <a:t>🟢 Open / 🔒 Human</a:t>
                      </a:r>
                    </a:p>
                  </a:txBody>
                  <a:tcPr marL="40344" marR="40344" marT="26896" marB="268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2807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8ADA278-4F53-A0FF-3FE9-05CC836B2616}"/>
              </a:ext>
            </a:extLst>
          </p:cNvPr>
          <p:cNvSpPr txBox="1"/>
          <p:nvPr/>
        </p:nvSpPr>
        <p:spPr>
          <a:xfrm>
            <a:off x="2195736" y="131242"/>
            <a:ext cx="4132863" cy="477054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sz="2500" b="1" dirty="0">
                <a:latin typeface="+mn-lt"/>
              </a:rPr>
              <a:t>Primary data repositories</a:t>
            </a:r>
          </a:p>
        </p:txBody>
      </p:sp>
    </p:spTree>
    <p:extLst>
      <p:ext uri="{BB962C8B-B14F-4D97-AF65-F5344CB8AC3E}">
        <p14:creationId xmlns:p14="http://schemas.microsoft.com/office/powerpoint/2010/main" val="374591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EC54-3B16-FA41-78B0-2637AFBD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228" y="1491631"/>
            <a:ext cx="7051530" cy="1224136"/>
          </a:xfrm>
        </p:spPr>
        <p:txBody>
          <a:bodyPr/>
          <a:lstStyle/>
          <a:p>
            <a:pPr marL="0" indent="0" algn="ctr">
              <a:buNone/>
            </a:pPr>
            <a:r>
              <a:rPr lang="en-US" sz="3500" b="1" dirty="0"/>
              <a:t>GEO and EGA as an example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22D7E-E21C-B07B-1CD6-362141CDF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731DC-E21C-0522-70C6-179E76D0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89920-CD69-04BA-4A9F-471B7FE1C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7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2453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282F0-6A0D-AC8B-8151-17C4C345F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0792F-C421-95E6-80CC-99192005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57358-CB19-4F2B-524C-FDF4064B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8</a:t>
            </a:fld>
            <a:endParaRPr lang="sv-SE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7DD620A-8ABD-52C0-2273-E677399FD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174586"/>
              </p:ext>
            </p:extLst>
          </p:nvPr>
        </p:nvGraphicFramePr>
        <p:xfrm>
          <a:off x="1483345" y="364425"/>
          <a:ext cx="6177309" cy="4156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158100B-D9D8-0D30-5169-C4D4186AFBAC}"/>
              </a:ext>
            </a:extLst>
          </p:cNvPr>
          <p:cNvSpPr txBox="1"/>
          <p:nvPr/>
        </p:nvSpPr>
        <p:spPr>
          <a:xfrm>
            <a:off x="1979712" y="1752092"/>
            <a:ext cx="4801344" cy="1169551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atin typeface="+mn-lt"/>
              </a:rPr>
              <a:t>Searching primary repositories for data</a:t>
            </a:r>
          </a:p>
        </p:txBody>
      </p:sp>
      <p:pic>
        <p:nvPicPr>
          <p:cNvPr id="11" name="Picture 10" descr="❌ Cross Mark Emoji: Meaning &amp; Usage">
            <a:extLst>
              <a:ext uri="{FF2B5EF4-FFF2-40B4-BE49-F238E27FC236}">
                <a16:creationId xmlns:a16="http://schemas.microsoft.com/office/drawing/2014/main" id="{7BBC0003-7915-5C70-3DBB-1C152E6BA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744" y="483518"/>
            <a:ext cx="3859825" cy="38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5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904C-FA58-3C23-E61A-83606AE5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US" sz="2600"/>
              <a:t>What types of data format? When should I use which?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234B4-441A-6017-8BF6-E83F3ADF3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sv-SE" sz="500" dirty="0"/>
              <a:t>Karolinska Institutet - a </a:t>
            </a:r>
            <a:r>
              <a:rPr lang="sv-SE" sz="500" dirty="0" err="1"/>
              <a:t>medical</a:t>
            </a:r>
            <a:r>
              <a:rPr lang="sv-SE" sz="500" dirty="0"/>
              <a:t> </a:t>
            </a:r>
            <a:r>
              <a:rPr lang="sv-SE" sz="500" dirty="0" err="1"/>
              <a:t>university</a:t>
            </a:r>
            <a:endParaRPr lang="sv-SE" sz="5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C0746-011F-DB5A-EAA8-3942E90463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02/10/2026</a:t>
            </a:fld>
            <a:endParaRPr lang="sv-SE" sz="5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81228-9EA1-537F-E11A-C24CFFB9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sv-SE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sv-SE" sz="500"/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E58839A2-0206-69FC-C269-643C53EA3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8985852"/>
              </p:ext>
            </p:extLst>
          </p:nvPr>
        </p:nvGraphicFramePr>
        <p:xfrm>
          <a:off x="512757" y="976654"/>
          <a:ext cx="8631243" cy="3190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924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337E-0135-10A8-9D68-67FD1238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you need raw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03F0-46DC-1983-E6E2-19FA723450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7584" y="1303213"/>
            <a:ext cx="7267554" cy="2924721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If it is bulk transcriptomics.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You want to use a different reference genome for alignment:</a:t>
            </a:r>
          </a:p>
          <a:p>
            <a:pPr lvl="1"/>
            <a:r>
              <a:rPr lang="en-US" sz="2000" dirty="0"/>
              <a:t>	you want to </a:t>
            </a:r>
            <a:r>
              <a:rPr lang="en-SE" sz="2000" dirty="0"/>
              <a:t>detect novel transcripts or isoforms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You want to </a:t>
            </a:r>
            <a:r>
              <a:rPr lang="en-SE" sz="2000" dirty="0"/>
              <a:t>perform variant calling or fusion detection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000" dirty="0"/>
              <a:t>Y</a:t>
            </a:r>
            <a:r>
              <a:rPr lang="en-SE" sz="2000" dirty="0"/>
              <a:t>ou want to reprocess data with a different pipeline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SE" sz="20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SE" sz="20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4B982-ED18-ACCF-0E7F-F76E5F29B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E81365-FD64-1EF1-F9A3-4A495A4D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F560-0FA5-4CC3-99C4-83095CAE330C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154B3-12AA-6403-A198-E8DB7F7C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98C6-00F0-4387-A9BA-FB521E0564CA}" type="slidenum">
              <a:rPr lang="sv-SE" smtClean="0"/>
              <a:pPr/>
              <a:t>10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1423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6C0F3-C567-534F-A72A-1C0C3B3AA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63C3F4-FAC6-99C4-A2CD-1F4AD923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F560-0FA5-4CC3-99C4-83095CAE330C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B68A2-284C-65EC-23B2-07AEC1A1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98C6-00F0-4387-A9BA-FB521E0564CA}" type="slidenum">
              <a:rPr lang="sv-SE" smtClean="0"/>
              <a:pPr/>
              <a:t>11</a:t>
            </a:fld>
            <a:endParaRPr lang="sv-SE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F71BE63-9C4B-ABA9-862F-17421A014A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509512"/>
              </p:ext>
            </p:extLst>
          </p:nvPr>
        </p:nvGraphicFramePr>
        <p:xfrm>
          <a:off x="1259632" y="0"/>
          <a:ext cx="5878831" cy="4385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18D7357-3E53-6D2B-3D26-7718CB4A336B}"/>
              </a:ext>
            </a:extLst>
          </p:cNvPr>
          <p:cNvGrpSpPr/>
          <p:nvPr/>
        </p:nvGrpSpPr>
        <p:grpSpPr>
          <a:xfrm>
            <a:off x="3129606" y="2067694"/>
            <a:ext cx="345659" cy="2070415"/>
            <a:chOff x="1839804" y="2183458"/>
            <a:chExt cx="96168" cy="1385867"/>
          </a:xfrm>
        </p:grpSpPr>
        <p:sp>
          <p:nvSpPr>
            <p:cNvPr id="10" name="Straight Connector 3">
              <a:extLst>
                <a:ext uri="{FF2B5EF4-FFF2-40B4-BE49-F238E27FC236}">
                  <a16:creationId xmlns:a16="http://schemas.microsoft.com/office/drawing/2014/main" id="{F39823C7-0408-DB1B-55A7-BAE39BFAEC90}"/>
                </a:ext>
              </a:extLst>
            </p:cNvPr>
            <p:cNvSpPr/>
            <p:nvPr/>
          </p:nvSpPr>
          <p:spPr>
            <a:xfrm rot="4158114" flipV="1">
              <a:off x="1179592" y="2851395"/>
              <a:ext cx="1385867" cy="4999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15051"/>
                  </a:moveTo>
                  <a:lnTo>
                    <a:pt x="1923377" y="15051"/>
                  </a:lnTo>
                </a:path>
              </a:pathLst>
            </a:custGeom>
            <a:noFill/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Straight Connector 4">
              <a:extLst>
                <a:ext uri="{FF2B5EF4-FFF2-40B4-BE49-F238E27FC236}">
                  <a16:creationId xmlns:a16="http://schemas.microsoft.com/office/drawing/2014/main" id="{178EE76D-3E23-DA60-136B-F99B0BFDA850}"/>
                </a:ext>
              </a:extLst>
            </p:cNvPr>
            <p:cNvSpPr txBox="1"/>
            <p:nvPr/>
          </p:nvSpPr>
          <p:spPr>
            <a:xfrm rot="4158114">
              <a:off x="1839804" y="3162682"/>
              <a:ext cx="96168" cy="961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0" rIns="12700" bIns="0" numCol="1" spcCol="1270" anchor="ctr" anchorCtr="0">
              <a:noAutofit/>
            </a:bodyPr>
            <a:lstStyle/>
            <a:p>
              <a:pPr marL="0" lvl="0" indent="0" algn="ctr" defTabSz="266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00" kern="1200"/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2E96550-402B-CDFB-86CF-7FD6AE216E0F}"/>
              </a:ext>
            </a:extLst>
          </p:cNvPr>
          <p:cNvSpPr/>
          <p:nvPr/>
        </p:nvSpPr>
        <p:spPr bwMode="auto">
          <a:xfrm>
            <a:off x="3471776" y="3885200"/>
            <a:ext cx="1550469" cy="736272"/>
          </a:xfrm>
          <a:prstGeom prst="roundRect">
            <a:avLst/>
          </a:prstGeom>
          <a:gradFill rotWithShape="0">
            <a:gsLst>
              <a:gs pos="0">
                <a:srgbClr val="4DB5BC">
                  <a:hueOff val="0"/>
                  <a:satOff val="0"/>
                  <a:lumOff val="0"/>
                  <a:alphaOff val="0"/>
                  <a:tint val="50000"/>
                  <a:satMod val="300000"/>
                </a:srgbClr>
              </a:gs>
              <a:gs pos="35000">
                <a:srgbClr val="4DB5BC">
                  <a:hueOff val="0"/>
                  <a:satOff val="0"/>
                  <a:lumOff val="0"/>
                  <a:alphaOff val="0"/>
                  <a:tint val="37000"/>
                  <a:satMod val="300000"/>
                </a:srgbClr>
              </a:gs>
              <a:gs pos="100000">
                <a:srgbClr val="4DB5BC">
                  <a:hueOff val="0"/>
                  <a:satOff val="0"/>
                  <a:lumOff val="0"/>
                  <a:alphaOff val="0"/>
                  <a:tint val="15000"/>
                  <a:satMod val="350000"/>
                </a:srgbClr>
              </a:gs>
            </a:gsLst>
            <a:lin ang="16200000" scaled="1"/>
          </a:gradFill>
          <a:ln>
            <a:noFill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flat" dir="t"/>
          </a:scene3d>
          <a:sp3d prstMaterial="dkEdge">
            <a:bevelT w="8200" h="38100"/>
          </a:sp3d>
        </p:spPr>
        <p:txBody>
          <a:bodyPr spcFirstLastPara="0" vert="horz" wrap="square" lIns="9525" tIns="9525" rIns="9525" bIns="9525" numCol="1" spcCol="1270" anchor="ctr" anchorCtr="0">
            <a:no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DM Sans"/>
              </a:rPr>
              <a:t>Ready to use R objects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54DB230-BAB3-992B-1A3E-EBD9F750872B}"/>
              </a:ext>
            </a:extLst>
          </p:cNvPr>
          <p:cNvSpPr/>
          <p:nvPr/>
        </p:nvSpPr>
        <p:spPr bwMode="auto">
          <a:xfrm>
            <a:off x="5547902" y="3865942"/>
            <a:ext cx="1590561" cy="733702"/>
          </a:xfrm>
          <a:prstGeom prst="roundRect">
            <a:avLst/>
          </a:prstGeom>
          <a:gradFill rotWithShape="0">
            <a:gsLst>
              <a:gs pos="0">
                <a:srgbClr val="CCEBED">
                  <a:hueOff val="0"/>
                  <a:satOff val="0"/>
                  <a:lumOff val="0"/>
                  <a:alphaOff val="0"/>
                  <a:tint val="50000"/>
                  <a:satMod val="300000"/>
                </a:srgbClr>
              </a:gs>
              <a:gs pos="35000">
                <a:srgbClr val="CCEBED">
                  <a:hueOff val="0"/>
                  <a:satOff val="0"/>
                  <a:lumOff val="0"/>
                  <a:alphaOff val="0"/>
                  <a:tint val="37000"/>
                  <a:satMod val="300000"/>
                </a:srgbClr>
              </a:gs>
              <a:gs pos="100000">
                <a:srgbClr val="CCEBED">
                  <a:hueOff val="0"/>
                  <a:satOff val="0"/>
                  <a:lumOff val="0"/>
                  <a:alphaOff val="0"/>
                  <a:tint val="15000"/>
                  <a:satMod val="350000"/>
                </a:srgbClr>
              </a:gs>
            </a:gsLst>
            <a:lin ang="16200000" scaled="1"/>
          </a:gradFill>
          <a:ln>
            <a:noFill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flat" dir="t"/>
          </a:scene3d>
          <a:sp3d prstMaterial="dkEdge">
            <a:bevelT w="8200" h="38100"/>
          </a:sp3d>
        </p:spPr>
        <p:txBody>
          <a:bodyPr spcFirstLastPara="0" vert="horz" wrap="square" lIns="9525" tIns="9525" rIns="9525" bIns="9525" numCol="1" spcCol="1270" anchor="ctr" anchorCtr="0">
            <a:noAutofit/>
          </a:bodyPr>
          <a:lstStyle/>
          <a:p>
            <a:pPr algn="ctr"/>
            <a:r>
              <a:rPr lang="en-SE" sz="1500" dirty="0">
                <a:solidFill>
                  <a:prstClr val="black"/>
                </a:solidFill>
                <a:latin typeface="DM Sans"/>
              </a:rPr>
              <a:t>RDS, H5AD, LOOM</a:t>
            </a:r>
            <a:endParaRPr lang="en-GB" sz="1500" dirty="0">
              <a:solidFill>
                <a:prstClr val="black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26772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337075-2FF8-76BE-6F2B-ED4549949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51469"/>
            <a:ext cx="7041381" cy="469425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96B2E-82FF-B7AF-20F3-7232B3798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E1410C-432B-4958-1F1D-26D40978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F560-0FA5-4CC3-99C4-83095CAE330C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54AA6-BC33-ECFC-E5E0-B53184A5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98C6-00F0-4387-A9BA-FB521E0564CA}" type="slidenum">
              <a:rPr lang="sv-SE" smtClean="0"/>
              <a:pPr/>
              <a:t>12</a:t>
            </a:fld>
            <a:endParaRPr lang="sv-S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B905D5-9253-4C07-EAD3-F0E1396D665E}"/>
              </a:ext>
            </a:extLst>
          </p:cNvPr>
          <p:cNvSpPr/>
          <p:nvPr/>
        </p:nvSpPr>
        <p:spPr bwMode="auto">
          <a:xfrm>
            <a:off x="2987824" y="51469"/>
            <a:ext cx="5040560" cy="4320481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3C2C21-D72F-0F15-5B37-6B67DBC8FAD4}"/>
              </a:ext>
            </a:extLst>
          </p:cNvPr>
          <p:cNvSpPr/>
          <p:nvPr/>
        </p:nvSpPr>
        <p:spPr bwMode="auto">
          <a:xfrm>
            <a:off x="5940152" y="51471"/>
            <a:ext cx="2448272" cy="473676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63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B64B-2865-2F6E-2B4A-640C84054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C5871-B5C4-8630-2806-A342ABF09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46562C-9B1B-A8C1-61E5-EE9AAF8F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F560-0FA5-4CC3-99C4-83095CAE330C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CF43F-A950-49A5-6CF6-C4EE42D4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98C6-00F0-4387-A9BA-FB521E0564CA}" type="slidenum">
              <a:rPr lang="sv-SE" smtClean="0"/>
              <a:pPr/>
              <a:t>13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0478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33433-6E24-E27B-8EBC-1C61A9A7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53020-548B-DACB-72E5-27FA5337D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F24B3-D749-4644-5D48-544C31BB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B35A-423A-44A1-96C8-77357890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14</a:t>
            </a:fld>
            <a:endParaRPr lang="sv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19E68B-AB02-CAAF-6C1D-E22A7F8B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25" y="7218"/>
            <a:ext cx="7182349" cy="478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38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58125-B48C-4A43-47CD-4E540CA5B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6EA38-6D91-8F4D-C3D5-DF847415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9C6BD-5A44-B50C-D81A-882A778F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15</a:t>
            </a:fld>
            <a:endParaRPr lang="sv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030F4-C263-2174-E932-E9239F30A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663" y="170534"/>
            <a:ext cx="3887546" cy="463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06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3368F-4F7F-EB56-128D-3A107F622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sv-SE" sz="500"/>
              <a:t>Karolinska Institutet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0F912-80D4-FE4A-8F2A-B98A1B97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02/10/2026</a:t>
            </a:fld>
            <a:endParaRPr lang="sv-SE" sz="5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30FBC-E9D2-6098-A12C-6884F37C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sv-SE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sv-SE" sz="5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F9E6E9-F4A8-A6C6-1DC4-B3A9BDA21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67107"/>
              </p:ext>
            </p:extLst>
          </p:nvPr>
        </p:nvGraphicFramePr>
        <p:xfrm>
          <a:off x="395077" y="212663"/>
          <a:ext cx="8353846" cy="4284767"/>
        </p:xfrm>
        <a:graphic>
          <a:graphicData uri="http://schemas.openxmlformats.org/drawingml/2006/table">
            <a:tbl>
              <a:tblPr firstRow="1" firstCol="1">
                <a:tableStyleId>{306799F8-075E-4A3A-A7F6-7FBC6576F1A4}</a:tableStyleId>
              </a:tblPr>
              <a:tblGrid>
                <a:gridCol w="1856051">
                  <a:extLst>
                    <a:ext uri="{9D8B030D-6E8A-4147-A177-3AD203B41FA5}">
                      <a16:colId xmlns:a16="http://schemas.microsoft.com/office/drawing/2014/main" val="3505839059"/>
                    </a:ext>
                  </a:extLst>
                </a:gridCol>
                <a:gridCol w="2673904">
                  <a:extLst>
                    <a:ext uri="{9D8B030D-6E8A-4147-A177-3AD203B41FA5}">
                      <a16:colId xmlns:a16="http://schemas.microsoft.com/office/drawing/2014/main" val="3183234162"/>
                    </a:ext>
                  </a:extLst>
                </a:gridCol>
                <a:gridCol w="3823891">
                  <a:extLst>
                    <a:ext uri="{9D8B030D-6E8A-4147-A177-3AD203B41FA5}">
                      <a16:colId xmlns:a16="http://schemas.microsoft.com/office/drawing/2014/main" val="1094451387"/>
                    </a:ext>
                  </a:extLst>
                </a:gridCol>
              </a:tblGrid>
              <a:tr h="348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2000" b="1" dirty="0">
                          <a:effectLst/>
                        </a:rPr>
                        <a:t>Resource</a:t>
                      </a:r>
                      <a:endParaRPr lang="en-SE" sz="2000" dirty="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2000" b="1" dirty="0">
                          <a:effectLst/>
                        </a:rPr>
                        <a:t>Main Data</a:t>
                      </a:r>
                      <a:endParaRPr lang="en-SE" sz="2000" dirty="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2000" b="1" dirty="0">
                          <a:effectLst/>
                        </a:rPr>
                        <a:t>How the Data are Provided</a:t>
                      </a:r>
                      <a:endParaRPr lang="en-SE" sz="2000" dirty="0">
                        <a:effectLst/>
                      </a:endParaRPr>
                    </a:p>
                  </a:txBody>
                  <a:tcPr marL="60210" marR="60210" marT="40141" marB="40141" anchor="ctr"/>
                </a:tc>
                <a:extLst>
                  <a:ext uri="{0D108BD9-81ED-4DB2-BD59-A6C34878D82A}">
                    <a16:rowId xmlns:a16="http://schemas.microsoft.com/office/drawing/2014/main" val="628042324"/>
                  </a:ext>
                </a:extLst>
              </a:tr>
              <a:tr h="865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 dirty="0">
                          <a:effectLst/>
                        </a:rPr>
                        <a:t>ARCHS4</a:t>
                      </a:r>
                      <a:endParaRPr lang="en-SE" sz="1500" dirty="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>
                          <a:effectLst/>
                        </a:rPr>
                        <a:t>Bulk RNA-seq, scRNA-seq</a:t>
                      </a: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dirty="0">
                          <a:effectLst/>
                        </a:rPr>
                        <a:t>Uniformly processed gene count matrices, metadata, gene search, co-expression</a:t>
                      </a:r>
                    </a:p>
                  </a:txBody>
                  <a:tcPr marL="60210" marR="60210" marT="40141" marB="40141" anchor="ctr"/>
                </a:tc>
                <a:extLst>
                  <a:ext uri="{0D108BD9-81ED-4DB2-BD59-A6C34878D82A}">
                    <a16:rowId xmlns:a16="http://schemas.microsoft.com/office/drawing/2014/main" val="2373303202"/>
                  </a:ext>
                </a:extLst>
              </a:tr>
              <a:tr h="606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>
                          <a:effectLst/>
                        </a:rPr>
                        <a:t>recount3</a:t>
                      </a:r>
                      <a:endParaRPr lang="en-SE" sz="150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dirty="0">
                          <a:effectLst/>
                        </a:rPr>
                        <a:t>Bulk RNA-seq</a:t>
                      </a: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>
                          <a:effectLst/>
                        </a:rPr>
                        <a:t>Uniformly processed gene, exon and junction counts (R/Bioconductor)</a:t>
                      </a:r>
                    </a:p>
                  </a:txBody>
                  <a:tcPr marL="60210" marR="60210" marT="40141" marB="40141" anchor="ctr"/>
                </a:tc>
                <a:extLst>
                  <a:ext uri="{0D108BD9-81ED-4DB2-BD59-A6C34878D82A}">
                    <a16:rowId xmlns:a16="http://schemas.microsoft.com/office/drawing/2014/main" val="4039884927"/>
                  </a:ext>
                </a:extLst>
              </a:tr>
              <a:tr h="606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>
                          <a:effectLst/>
                        </a:rPr>
                        <a:t>Expression Atlas</a:t>
                      </a:r>
                      <a:endParaRPr lang="en-SE" sz="150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dirty="0">
                          <a:effectLst/>
                        </a:rPr>
                        <a:t>Bulk RNA-seq, Microarray, selected scRNA-seq</a:t>
                      </a: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>
                          <a:effectLst/>
                        </a:rPr>
                        <a:t>Curated baseline and differential gene expression</a:t>
                      </a:r>
                    </a:p>
                  </a:txBody>
                  <a:tcPr marL="60210" marR="60210" marT="40141" marB="40141" anchor="ctr"/>
                </a:tc>
                <a:extLst>
                  <a:ext uri="{0D108BD9-81ED-4DB2-BD59-A6C34878D82A}">
                    <a16:rowId xmlns:a16="http://schemas.microsoft.com/office/drawing/2014/main" val="3728627278"/>
                  </a:ext>
                </a:extLst>
              </a:tr>
              <a:tr h="606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>
                          <a:effectLst/>
                        </a:rPr>
                        <a:t>Gemma</a:t>
                      </a:r>
                      <a:endParaRPr lang="en-SE" sz="150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dirty="0">
                          <a:effectLst/>
                        </a:rPr>
                        <a:t>Bulk RNA-seq, Microarray</a:t>
                      </a: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>
                          <a:effectLst/>
                        </a:rPr>
                        <a:t>Curated expression matrices with standardized metadata</a:t>
                      </a:r>
                    </a:p>
                  </a:txBody>
                  <a:tcPr marL="60210" marR="60210" marT="40141" marB="40141" anchor="ctr"/>
                </a:tc>
                <a:extLst>
                  <a:ext uri="{0D108BD9-81ED-4DB2-BD59-A6C34878D82A}">
                    <a16:rowId xmlns:a16="http://schemas.microsoft.com/office/drawing/2014/main" val="2782264391"/>
                  </a:ext>
                </a:extLst>
              </a:tr>
              <a:tr h="606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>
                          <a:effectLst/>
                        </a:rPr>
                        <a:t>Human Cell Atlas (HCA)</a:t>
                      </a:r>
                      <a:endParaRPr lang="en-SE" sz="150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>
                          <a:effectLst/>
                        </a:rPr>
                        <a:t>scRNA-seq, Spatial</a:t>
                      </a: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dirty="0">
                          <a:effectLst/>
                        </a:rPr>
                        <a:t>Harmonized cell annotations and downloadable processed datasets</a:t>
                      </a:r>
                    </a:p>
                  </a:txBody>
                  <a:tcPr marL="60210" marR="60210" marT="40141" marB="40141" anchor="ctr"/>
                </a:tc>
                <a:extLst>
                  <a:ext uri="{0D108BD9-81ED-4DB2-BD59-A6C34878D82A}">
                    <a16:rowId xmlns:a16="http://schemas.microsoft.com/office/drawing/2014/main" val="1129575431"/>
                  </a:ext>
                </a:extLst>
              </a:tr>
              <a:tr h="606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b="1" dirty="0">
                          <a:effectLst/>
                        </a:rPr>
                        <a:t>CELLxGENE Discover</a:t>
                      </a:r>
                      <a:endParaRPr lang="en-SE" sz="1500" dirty="0">
                        <a:effectLst/>
                      </a:endParaRP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>
                          <a:effectLst/>
                        </a:rPr>
                        <a:t>scRNA-seq, Spatial</a:t>
                      </a:r>
                    </a:p>
                  </a:txBody>
                  <a:tcPr marL="60210" marR="60210" marT="40141" marB="40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500" dirty="0">
                          <a:effectLst/>
                        </a:rPr>
                        <a:t>Interactive visualization and downloadable AnnData (H5AD) files</a:t>
                      </a:r>
                    </a:p>
                  </a:txBody>
                  <a:tcPr marL="60210" marR="60210" marT="40141" marB="40141" anchor="ctr"/>
                </a:tc>
                <a:extLst>
                  <a:ext uri="{0D108BD9-81ED-4DB2-BD59-A6C34878D82A}">
                    <a16:rowId xmlns:a16="http://schemas.microsoft.com/office/drawing/2014/main" val="1384419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930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41CE8-9D1E-7630-5253-54A2344F6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9C352-87E3-3283-68C0-C2884615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DC949-465E-9974-8466-C662BABF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17</a:t>
            </a:fld>
            <a:endParaRPr lang="sv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317F1-9F91-2785-3E7E-6FEA018D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81699"/>
            <a:ext cx="6305897" cy="420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93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49DD2-E0A8-5D3B-ADF0-CCF78ADFC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E7320-F8ED-3605-13D4-44D03F64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59628-67CA-E810-9267-568BDCCB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18</a:t>
            </a:fld>
            <a:endParaRPr lang="sv-S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D37DDA-3AFF-E178-51F6-F62983ECF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046102"/>
              </p:ext>
            </p:extLst>
          </p:nvPr>
        </p:nvGraphicFramePr>
        <p:xfrm>
          <a:off x="255984" y="181699"/>
          <a:ext cx="8564487" cy="4604568"/>
        </p:xfrm>
        <a:graphic>
          <a:graphicData uri="http://schemas.openxmlformats.org/drawingml/2006/table">
            <a:tbl>
              <a:tblPr firstRow="1" firstCol="1">
                <a:tableStyleId>{306799F8-075E-4A3A-A7F6-7FBC6576F1A4}</a:tableStyleId>
              </a:tblPr>
              <a:tblGrid>
                <a:gridCol w="2854829">
                  <a:extLst>
                    <a:ext uri="{9D8B030D-6E8A-4147-A177-3AD203B41FA5}">
                      <a16:colId xmlns:a16="http://schemas.microsoft.com/office/drawing/2014/main" val="1290535667"/>
                    </a:ext>
                  </a:extLst>
                </a:gridCol>
                <a:gridCol w="2854829">
                  <a:extLst>
                    <a:ext uri="{9D8B030D-6E8A-4147-A177-3AD203B41FA5}">
                      <a16:colId xmlns:a16="http://schemas.microsoft.com/office/drawing/2014/main" val="1636539940"/>
                    </a:ext>
                  </a:extLst>
                </a:gridCol>
                <a:gridCol w="2854829">
                  <a:extLst>
                    <a:ext uri="{9D8B030D-6E8A-4147-A177-3AD203B41FA5}">
                      <a16:colId xmlns:a16="http://schemas.microsoft.com/office/drawing/2014/main" val="3199955929"/>
                    </a:ext>
                  </a:extLst>
                </a:gridCol>
              </a:tblGrid>
              <a:tr h="29834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2000" b="1" kern="1200" dirty="0">
                          <a:solidFill>
                            <a:schemeClr val="lt1"/>
                          </a:solidFill>
                          <a:effectLst/>
                        </a:rPr>
                        <a:t>Resource</a:t>
                      </a:r>
                      <a:endParaRPr lang="en-SE" sz="2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2000" b="1" kern="1200" dirty="0">
                          <a:solidFill>
                            <a:schemeClr val="lt1"/>
                          </a:solidFill>
                          <a:effectLst/>
                        </a:rPr>
                        <a:t>Field of Interest</a:t>
                      </a:r>
                      <a:endParaRPr lang="en-SE" sz="2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2000" b="1" kern="1200" dirty="0">
                          <a:solidFill>
                            <a:schemeClr val="lt1"/>
                          </a:solidFill>
                          <a:effectLst/>
                        </a:rPr>
                        <a:t>Data Types</a:t>
                      </a:r>
                      <a:endParaRPr lang="en-SE" sz="2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2104915638"/>
                  </a:ext>
                </a:extLst>
              </a:tr>
              <a:tr h="7469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TCGA (The Cancer Genome Atlas)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Cancer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Bulk RNA-seq, DNA-seq, Methylation, Proteomics, Clinical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828095340"/>
                  </a:ext>
                </a:extLst>
              </a:tr>
              <a:tr h="5226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GTEx (Genotype-Tissue Expression)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Healthy human tissues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Bulk RNA-seq, Genotype, eQTL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2012460974"/>
                  </a:ext>
                </a:extLst>
              </a:tr>
              <a:tr h="6216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AMP-AD Knowledge Portal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Alzheimer’s disease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Bulk RNA-seq, scRNA-seq, Proteomics, Multi-omics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3747922077"/>
                  </a:ext>
                </a:extLst>
              </a:tr>
              <a:tr h="5226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ssREAD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Alzheimer’s disease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scRNA-seq, Spatial transcriptomics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3699835576"/>
                  </a:ext>
                </a:extLst>
              </a:tr>
              <a:tr h="6216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PsychENCODE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Brain &amp; psychiatric disorders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Bulk RNA-seq, scRNA-seq, Epigenomics, Genomics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701919315"/>
                  </a:ext>
                </a:extLst>
              </a:tr>
              <a:tr h="6216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ImmPort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Immunology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Bulk RNA-seq, scRNA-seq, Flow cytometry, Clinical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2607035173"/>
                  </a:ext>
                </a:extLst>
              </a:tr>
              <a:tr h="5226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TARGET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>
                          <a:solidFill>
                            <a:schemeClr val="lt1"/>
                          </a:solidFill>
                          <a:effectLst/>
                        </a:rPr>
                        <a:t>Pediatric cancer</a:t>
                      </a:r>
                      <a:endParaRPr lang="en-SE" sz="1500" b="1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E" sz="1500" b="1" kern="1200" dirty="0">
                          <a:solidFill>
                            <a:schemeClr val="lt1"/>
                          </a:solidFill>
                          <a:effectLst/>
                        </a:rPr>
                        <a:t>Bulk RNA-seq, DNA-seq, Clinical</a:t>
                      </a:r>
                      <a:endParaRPr lang="en-SE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597" marR="56597" marT="37731" marB="37731" anchor="ctr"/>
                </a:tc>
                <a:extLst>
                  <a:ext uri="{0D108BD9-81ED-4DB2-BD59-A6C34878D82A}">
                    <a16:rowId xmlns:a16="http://schemas.microsoft.com/office/drawing/2014/main" val="615479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540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F5E4-3178-CC8F-E428-42E705FF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447C-E51C-D882-401C-97665C7F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CBF58-01C5-5E80-B56C-360CE792C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F51785-4997-0739-77BB-07E44760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F560-0FA5-4CC3-99C4-83095CAE330C}" type="datetime1">
              <a:rPr lang="en-GB" smtClean="0"/>
              <a:t>02/10/2026</a:t>
            </a:fld>
            <a:endParaRPr lang="sv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EA6D9-8B3F-E807-E8AB-B94E8487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98C6-00F0-4387-A9BA-FB521E0564CA}" type="slidenum">
              <a:rPr lang="sv-SE" smtClean="0"/>
              <a:pPr/>
              <a:t>19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9472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704812"/>
      </p:ext>
    </p:extLst>
  </p:cSld>
  <p:clrMapOvr>
    <a:masterClrMapping/>
  </p:clrMapOvr>
</p:sld>
</file>

<file path=ppt/theme/theme1.xml><?xml version="1.0" encoding="utf-8"?>
<a:theme xmlns:a="http://schemas.openxmlformats.org/drawingml/2006/main" name="16:9 Plum eng">
  <a:themeElements>
    <a:clrScheme name="K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F0433"/>
      </a:accent1>
      <a:accent2>
        <a:srgbClr val="FF876F"/>
      </a:accent2>
      <a:accent3>
        <a:srgbClr val="870052"/>
      </a:accent3>
      <a:accent4>
        <a:srgbClr val="FFDDD6"/>
      </a:accent4>
      <a:accent5>
        <a:srgbClr val="4DB5BC"/>
      </a:accent5>
      <a:accent6>
        <a:srgbClr val="CCEBED"/>
      </a:accent6>
      <a:hlink>
        <a:srgbClr val="870052"/>
      </a:hlink>
      <a:folHlink>
        <a:srgbClr val="C490AA"/>
      </a:folHlink>
    </a:clrScheme>
    <a:fontScheme name="KI PPT">
      <a:majorFont>
        <a:latin typeface="DM Sans Medium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  <a:txDef>
      <a:spPr>
        <a:noFill/>
        <a:ln w="6350">
          <a:solidFill>
            <a:schemeClr val="accent1"/>
          </a:solidFill>
        </a:ln>
      </a:spPr>
      <a:bodyPr wrap="none" rtlCol="0">
        <a:spAutoFit/>
      </a:bodyPr>
      <a:lstStyle>
        <a:defPPr algn="l">
          <a:defRPr sz="1400" dirty="0">
            <a:latin typeface="+mn-lt"/>
          </a:defRPr>
        </a:defPPr>
      </a:lstStyle>
    </a:txDef>
  </a:objectDefaults>
  <a:extraClrSchemeLst>
    <a:extraClrScheme>
      <a:clrScheme name="Office-t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61B54"/>
        </a:accent1>
        <a:accent2>
          <a:srgbClr val="97D8DA"/>
        </a:accent2>
        <a:accent3>
          <a:srgbClr val="FFFFFF"/>
        </a:accent3>
        <a:accent4>
          <a:srgbClr val="000000"/>
        </a:accent4>
        <a:accent5>
          <a:srgbClr val="BDABB3"/>
        </a:accent5>
        <a:accent6>
          <a:srgbClr val="88C4C5"/>
        </a:accent6>
        <a:hlink>
          <a:srgbClr val="CF0063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_16_9_eng" id="{B60A8902-C4BA-424D-ABCA-661BEF1FE7B8}" vid="{E512F04E-F30A-4076-822C-0B2544EA0FF1}"/>
    </a:ext>
  </a:ext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8615BE51D60BA44B86811C5F608C49E" ma:contentTypeVersion="4" ma:contentTypeDescription="Skapa ett nytt dokument." ma:contentTypeScope="" ma:versionID="1ba7e5491846bba44b7184d586d4c8ef">
  <xsd:schema xmlns:xsd="http://www.w3.org/2001/XMLSchema" xmlns:xs="http://www.w3.org/2001/XMLSchema" xmlns:p="http://schemas.microsoft.com/office/2006/metadata/properties" xmlns:ns2="6843b716-3f6d-4983-a753-faa1afd2f446" targetNamespace="http://schemas.microsoft.com/office/2006/metadata/properties" ma:root="true" ma:fieldsID="0f473e2ddd19dd1b49b0db32a06ee5a2" ns2:_="">
    <xsd:import namespace="6843b716-3f6d-4983-a753-faa1afd2f4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43b716-3f6d-4983-a753-faa1afd2f4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890F4D-C5EB-4FCF-AEB3-55B3225E2A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43b716-3f6d-4983-a753-faa1afd2f4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07827D-8545-430A-B6DC-8C56BC892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F79469-2F05-42F0-ADD1-5263841AE7B9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6843b716-3f6d-4983-a753-faa1afd2f446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16:9 Plum eng</Template>
  <TotalTime>5191</TotalTime>
  <Words>728</Words>
  <Application>Microsoft Macintosh PowerPoint</Application>
  <PresentationFormat>On-screen Show (16:9)</PresentationFormat>
  <Paragraphs>178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Courier New</vt:lpstr>
      <vt:lpstr>DM Sans</vt:lpstr>
      <vt:lpstr>DM Sans Medium</vt:lpstr>
      <vt:lpstr>Times</vt:lpstr>
      <vt:lpstr>Wingdings</vt:lpstr>
      <vt:lpstr>16:9 Plum eng</vt:lpstr>
      <vt:lpstr>Bioinformatics Workshop</vt:lpstr>
      <vt:lpstr>Note</vt:lpstr>
      <vt:lpstr>Part 2 – Using Public Transcriptomics Data</vt:lpstr>
      <vt:lpstr>Learning objectives </vt:lpstr>
      <vt:lpstr>PowerPoint Presentation</vt:lpstr>
      <vt:lpstr>PowerPoint Presentation</vt:lpstr>
      <vt:lpstr>PowerPoint Presentation</vt:lpstr>
      <vt:lpstr>PowerPoint Presentation</vt:lpstr>
      <vt:lpstr>What types of data format? When should I use which?</vt:lpstr>
      <vt:lpstr>When do you need raw data?</vt:lpstr>
      <vt:lpstr>PowerPoint Presentation</vt:lpstr>
      <vt:lpstr>PowerPoint Presentation</vt:lpstr>
      <vt:lpstr>Questions?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Elyas Mohammadi</dc:creator>
  <cp:lastModifiedBy>Elyas Mohammadi</cp:lastModifiedBy>
  <cp:revision>1</cp:revision>
  <cp:lastPrinted>2005-09-23T14:22:03Z</cp:lastPrinted>
  <dcterms:created xsi:type="dcterms:W3CDTF">2026-07-27T12:20:29Z</dcterms:created>
  <dcterms:modified xsi:type="dcterms:W3CDTF">2026-10-02T09:10:04Z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0x010100B8615BE51D60BA44B86811C5F608C49E</vt:lpwstr>
  </property>
</Properties>
</file>